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6"/>
  </p:notesMasterIdLst>
  <p:sldIdLst>
    <p:sldId id="257" r:id="rId5"/>
    <p:sldId id="258" r:id="rId6"/>
    <p:sldId id="259" r:id="rId7"/>
    <p:sldId id="260" r:id="rId8"/>
    <p:sldId id="261" r:id="rId9"/>
    <p:sldId id="262" r:id="rId10"/>
    <p:sldId id="264" r:id="rId11"/>
    <p:sldId id="290" r:id="rId12"/>
    <p:sldId id="292" r:id="rId13"/>
    <p:sldId id="293" r:id="rId14"/>
    <p:sldId id="294" r:id="rId15"/>
    <p:sldId id="296" r:id="rId16"/>
    <p:sldId id="263" r:id="rId17"/>
    <p:sldId id="298" r:id="rId18"/>
    <p:sldId id="300" r:id="rId19"/>
    <p:sldId id="265" r:id="rId20"/>
    <p:sldId id="299" r:id="rId21"/>
    <p:sldId id="301" r:id="rId22"/>
    <p:sldId id="297" r:id="rId23"/>
    <p:sldId id="291" r:id="rId24"/>
    <p:sldId id="302"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00B195-DB13-4998-0B4E-8FD39A086A74}" v="4" dt="2024-05-28T14:42:31.6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68" autoAdjust="0"/>
    <p:restoredTop sz="94660"/>
  </p:normalViewPr>
  <p:slideViewPr>
    <p:cSldViewPr snapToGrid="0">
      <p:cViewPr varScale="1">
        <p:scale>
          <a:sx n="78" d="100"/>
          <a:sy n="78" d="100"/>
        </p:scale>
        <p:origin x="86" y="2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Данаил Сапунджиев (22172105)" userId="S::f22172105@students.tugab.bg::2d9b8758-6c6c-4fe6-902b-7ea98cf9a140" providerId="AD" clId="Web-{CE00B195-DB13-4998-0B4E-8FD39A086A74}"/>
    <pc:docChg chg="modSld">
      <pc:chgData name="Данаил Сапунджиев (22172105)" userId="S::f22172105@students.tugab.bg::2d9b8758-6c6c-4fe6-902b-7ea98cf9a140" providerId="AD" clId="Web-{CE00B195-DB13-4998-0B4E-8FD39A086A74}" dt="2024-05-28T14:42:31.685" v="3" actId="14100"/>
      <pc:docMkLst>
        <pc:docMk/>
      </pc:docMkLst>
      <pc:sldChg chg="modSp">
        <pc:chgData name="Данаил Сапунджиев (22172105)" userId="S::f22172105@students.tugab.bg::2d9b8758-6c6c-4fe6-902b-7ea98cf9a140" providerId="AD" clId="Web-{CE00B195-DB13-4998-0B4E-8FD39A086A74}" dt="2024-05-27T13:11:17.837" v="1" actId="14100"/>
        <pc:sldMkLst>
          <pc:docMk/>
          <pc:sldMk cId="676481708" sldId="258"/>
        </pc:sldMkLst>
        <pc:spChg chg="mod">
          <ac:chgData name="Данаил Сапунджиев (22172105)" userId="S::f22172105@students.tugab.bg::2d9b8758-6c6c-4fe6-902b-7ea98cf9a140" providerId="AD" clId="Web-{CE00B195-DB13-4998-0B4E-8FD39A086A74}" dt="2024-05-27T13:11:17.837" v="1" actId="14100"/>
          <ac:spMkLst>
            <pc:docMk/>
            <pc:sldMk cId="676481708" sldId="258"/>
            <ac:spMk id="4099" creationId="{00000000-0000-0000-0000-000000000000}"/>
          </ac:spMkLst>
        </pc:spChg>
      </pc:sldChg>
      <pc:sldChg chg="modSp">
        <pc:chgData name="Данаил Сапунджиев (22172105)" userId="S::f22172105@students.tugab.bg::2d9b8758-6c6c-4fe6-902b-7ea98cf9a140" providerId="AD" clId="Web-{CE00B195-DB13-4998-0B4E-8FD39A086A74}" dt="2024-05-28T14:42:31.685" v="3" actId="14100"/>
        <pc:sldMkLst>
          <pc:docMk/>
          <pc:sldMk cId="2891209951" sldId="297"/>
        </pc:sldMkLst>
        <pc:spChg chg="mod">
          <ac:chgData name="Данаил Сапунджиев (22172105)" userId="S::f22172105@students.tugab.bg::2d9b8758-6c6c-4fe6-902b-7ea98cf9a140" providerId="AD" clId="Web-{CE00B195-DB13-4998-0B4E-8FD39A086A74}" dt="2024-05-28T14:42:31.685" v="3" actId="14100"/>
          <ac:spMkLst>
            <pc:docMk/>
            <pc:sldMk cId="2891209951" sldId="297"/>
            <ac:spMk id="3" creationId="{00000000-0000-0000-0000-000000000000}"/>
          </ac:spMkLst>
        </pc:spChg>
      </pc:sldChg>
      <pc:sldChg chg="modSp">
        <pc:chgData name="Данаил Сапунджиев (22172105)" userId="S::f22172105@students.tugab.bg::2d9b8758-6c6c-4fe6-902b-7ea98cf9a140" providerId="AD" clId="Web-{CE00B195-DB13-4998-0B4E-8FD39A086A74}" dt="2024-05-27T13:06:26.891" v="0" actId="14100"/>
        <pc:sldMkLst>
          <pc:docMk/>
          <pc:sldMk cId="1049738061" sldId="298"/>
        </pc:sldMkLst>
        <pc:spChg chg="mod">
          <ac:chgData name="Данаил Сапунджиев (22172105)" userId="S::f22172105@students.tugab.bg::2d9b8758-6c6c-4fe6-902b-7ea98cf9a140" providerId="AD" clId="Web-{CE00B195-DB13-4998-0B4E-8FD39A086A74}" dt="2024-05-27T13:06:26.891" v="0" actId="14100"/>
          <ac:spMkLst>
            <pc:docMk/>
            <pc:sldMk cId="1049738061" sldId="298"/>
            <ac:spMk id="3" creationId="{00000000-0000-0000-0000-000000000000}"/>
          </ac:spMkLst>
        </pc:spChg>
      </pc:sldChg>
      <pc:sldChg chg="modSp">
        <pc:chgData name="Данаил Сапунджиев (22172105)" userId="S::f22172105@students.tugab.bg::2d9b8758-6c6c-4fe6-902b-7ea98cf9a140" providerId="AD" clId="Web-{CE00B195-DB13-4998-0B4E-8FD39A086A74}" dt="2024-05-28T14:42:12.169" v="2" actId="1076"/>
        <pc:sldMkLst>
          <pc:docMk/>
          <pc:sldMk cId="3380303468" sldId="302"/>
        </pc:sldMkLst>
        <pc:spChg chg="mod">
          <ac:chgData name="Данаил Сапунджиев (22172105)" userId="S::f22172105@students.tugab.bg::2d9b8758-6c6c-4fe6-902b-7ea98cf9a140" providerId="AD" clId="Web-{CE00B195-DB13-4998-0B4E-8FD39A086A74}" dt="2024-05-28T14:42:12.169" v="2" actId="1076"/>
          <ac:spMkLst>
            <pc:docMk/>
            <pc:sldMk cId="3380303468" sldId="302"/>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6BF817-F362-4C41-ABF4-2F8696C8150F}" type="datetimeFigureOut">
              <a:rPr lang="en-US" smtClean="0"/>
              <a:t>5/28/2024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F0CCEB-ECC4-4F05-AC10-6D0D7B6E7000}" type="slidenum">
              <a:rPr lang="en-US" smtClean="0"/>
              <a:t>‹#›</a:t>
            </a:fld>
            <a:endParaRPr lang="en-US"/>
          </a:p>
        </p:txBody>
      </p:sp>
    </p:spTree>
    <p:extLst>
      <p:ext uri="{BB962C8B-B14F-4D97-AF65-F5344CB8AC3E}">
        <p14:creationId xmlns:p14="http://schemas.microsoft.com/office/powerpoint/2010/main" val="38108514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343400"/>
            <a:ext cx="5486400" cy="4114800"/>
          </a:xfrm>
          <a:prstGeom prst="rect">
            <a:avLst/>
          </a:prstGeom>
        </p:spPr>
        <p:txBody>
          <a:bodyPr/>
          <a:lstStyle/>
          <a:p>
            <a:endParaRPr lang="en-US" dirty="0"/>
          </a:p>
        </p:txBody>
      </p:sp>
      <p:sp>
        <p:nvSpPr>
          <p:cNvPr id="4" name="Slide Number Placeholder 3"/>
          <p:cNvSpPr>
            <a:spLocks noGrp="1"/>
          </p:cNvSpPr>
          <p:nvPr>
            <p:ph type="sldNum" sz="quarter" idx="10"/>
          </p:nvPr>
        </p:nvSpPr>
        <p:spPr/>
        <p:txBody>
          <a:bodyPr/>
          <a:lstStyle/>
          <a:p>
            <a:fld id="{49C4DF32-547F-40A8-8AEB-25883A8D3220}" type="slidenum">
              <a:rPr lang="en-US" smtClean="0">
                <a:solidFill>
                  <a:prstClr val="black"/>
                </a:solidFill>
              </a:rPr>
              <a:pPr/>
              <a:t>12</a:t>
            </a:fld>
            <a:endParaRPr lang="en-US">
              <a:solidFill>
                <a:prstClr val="black"/>
              </a:solidFill>
            </a:endParaRPr>
          </a:p>
        </p:txBody>
      </p:sp>
    </p:spTree>
    <p:extLst>
      <p:ext uri="{BB962C8B-B14F-4D97-AF65-F5344CB8AC3E}">
        <p14:creationId xmlns:p14="http://schemas.microsoft.com/office/powerpoint/2010/main" val="41921223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bg-BG" altLang="en-US" sz="2400">
                <a:latin typeface="Times New Roman" panose="02020603050405020304"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grpSp>
      </p:grpSp>
      <p:sp>
        <p:nvSpPr>
          <p:cNvPr id="5139"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lang="en-US" altLang="en-US" noProof="0"/>
              <a:t>Click to edit Master title style</a:t>
            </a:r>
          </a:p>
        </p:txBody>
      </p:sp>
      <p:sp>
        <p:nvSpPr>
          <p:cNvPr id="5140"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pPr lvl="0"/>
            <a:r>
              <a:rPr lang="en-US" altLang="en-US" noProof="0"/>
              <a:t>Click to edit Master subtitle style</a:t>
            </a:r>
          </a:p>
        </p:txBody>
      </p:sp>
      <p:sp>
        <p:nvSpPr>
          <p:cNvPr id="18" name="Rectangle 16"/>
          <p:cNvSpPr>
            <a:spLocks noGrp="1" noChangeArrowheads="1"/>
          </p:cNvSpPr>
          <p:nvPr>
            <p:ph type="dt" sz="half" idx="10"/>
          </p:nvPr>
        </p:nvSpPr>
        <p:spPr>
          <a:xfrm>
            <a:off x="457200" y="6248400"/>
            <a:ext cx="2133600" cy="457200"/>
          </a:xfrm>
        </p:spPr>
        <p:txBody>
          <a:bodyPr/>
          <a:lstStyle>
            <a:lvl1pPr>
              <a:defRPr/>
            </a:lvl1pPr>
          </a:lstStyle>
          <a:p>
            <a:pPr>
              <a:defRPr/>
            </a:pPr>
            <a:endParaRPr lang="en-US" altLang="en-US"/>
          </a:p>
        </p:txBody>
      </p:sp>
      <p:sp>
        <p:nvSpPr>
          <p:cNvPr id="19" name="Rectangle 17"/>
          <p:cNvSpPr>
            <a:spLocks noGrp="1" noChangeArrowheads="1"/>
          </p:cNvSpPr>
          <p:nvPr>
            <p:ph type="ftr" sz="quarter" idx="11"/>
          </p:nvPr>
        </p:nvSpPr>
        <p:spPr/>
        <p:txBody>
          <a:bodyPr/>
          <a:lstStyle>
            <a:lvl1pPr>
              <a:defRPr/>
            </a:lvl1pPr>
          </a:lstStyle>
          <a:p>
            <a:pPr>
              <a:defRPr/>
            </a:pPr>
            <a:endParaRPr lang="en-US" altLang="en-US"/>
          </a:p>
        </p:txBody>
      </p:sp>
      <p:sp>
        <p:nvSpPr>
          <p:cNvPr id="20" name="Rectangle 18"/>
          <p:cNvSpPr>
            <a:spLocks noGrp="1" noChangeArrowheads="1"/>
          </p:cNvSpPr>
          <p:nvPr>
            <p:ph type="sldNum" sz="quarter" idx="12"/>
          </p:nvPr>
        </p:nvSpPr>
        <p:spPr/>
        <p:txBody>
          <a:bodyPr/>
          <a:lstStyle>
            <a:lvl1pPr>
              <a:defRPr/>
            </a:lvl1pPr>
          </a:lstStyle>
          <a:p>
            <a:pPr>
              <a:defRPr/>
            </a:pPr>
            <a:fld id="{316C1D6F-C217-4595-BBDC-A49643DC20F7}" type="slidenum">
              <a:rPr lang="en-US" altLang="en-US"/>
              <a:pPr>
                <a:defRPr/>
              </a:pPr>
              <a:t>‹#›</a:t>
            </a:fld>
            <a:endParaRPr lang="en-US" altLang="en-US"/>
          </a:p>
        </p:txBody>
      </p:sp>
    </p:spTree>
    <p:extLst>
      <p:ext uri="{BB962C8B-B14F-4D97-AF65-F5344CB8AC3E}">
        <p14:creationId xmlns:p14="http://schemas.microsoft.com/office/powerpoint/2010/main" val="2865704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3"/>
          <p:cNvSpPr>
            <a:spLocks noGrp="1" noChangeArrowheads="1"/>
          </p:cNvSpPr>
          <p:nvPr>
            <p:ph type="sldNum" sz="quarter" idx="11"/>
          </p:nvPr>
        </p:nvSpPr>
        <p:spPr>
          <a:ln/>
        </p:spPr>
        <p:txBody>
          <a:bodyPr/>
          <a:lstStyle>
            <a:lvl1pPr>
              <a:defRPr/>
            </a:lvl1pPr>
          </a:lstStyle>
          <a:p>
            <a:pPr>
              <a:defRPr/>
            </a:pPr>
            <a:fld id="{1636DEF4-0ECE-4FEB-BF1C-E558251B38A6}" type="slidenum">
              <a:rPr lang="en-US" altLang="en-US"/>
              <a:pPr>
                <a:defRPr/>
              </a:pPr>
              <a:t>‹#›</a:t>
            </a:fld>
            <a:endParaRPr lang="en-US" alt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1838177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189" indent="0">
              <a:buNone/>
              <a:defRPr sz="1800"/>
            </a:lvl2pPr>
            <a:lvl3pPr marL="914377" indent="0">
              <a:buNone/>
              <a:defRPr sz="1600"/>
            </a:lvl3pPr>
            <a:lvl4pPr marL="1371566" indent="0">
              <a:buNone/>
              <a:defRPr sz="1400"/>
            </a:lvl4pPr>
            <a:lvl5pPr marL="1828754" indent="0">
              <a:buNone/>
              <a:defRPr sz="1400"/>
            </a:lvl5pPr>
            <a:lvl6pPr marL="2285943" indent="0">
              <a:buNone/>
              <a:defRPr sz="1400"/>
            </a:lvl6pPr>
            <a:lvl7pPr marL="2743131" indent="0">
              <a:buNone/>
              <a:defRPr sz="1400"/>
            </a:lvl7pPr>
            <a:lvl8pPr marL="3200320" indent="0">
              <a:buNone/>
              <a:defRPr sz="1400"/>
            </a:lvl8pPr>
            <a:lvl9pPr marL="3657509" indent="0">
              <a:buNone/>
              <a:defRPr sz="1400"/>
            </a:lvl9pPr>
          </a:lstStyle>
          <a:p>
            <a:pPr lvl="0"/>
            <a:r>
              <a:rPr lang="en-US"/>
              <a:t>Click to edit Master text styles</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3"/>
          <p:cNvSpPr>
            <a:spLocks noGrp="1" noChangeArrowheads="1"/>
          </p:cNvSpPr>
          <p:nvPr>
            <p:ph type="sldNum" sz="quarter" idx="11"/>
          </p:nvPr>
        </p:nvSpPr>
        <p:spPr>
          <a:ln/>
        </p:spPr>
        <p:txBody>
          <a:bodyPr/>
          <a:lstStyle>
            <a:lvl1pPr>
              <a:defRPr/>
            </a:lvl1pPr>
          </a:lstStyle>
          <a:p>
            <a:pPr>
              <a:defRPr/>
            </a:pPr>
            <a:fld id="{0DF99C6F-6374-4848-995E-C1A2E6E1CB87}" type="slidenum">
              <a:rPr lang="en-US" altLang="en-US"/>
              <a:pPr>
                <a:defRPr/>
              </a:pPr>
              <a:t>‹#›</a:t>
            </a:fld>
            <a:endParaRPr lang="en-US" alt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13093805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3"/>
          <p:cNvSpPr>
            <a:spLocks noGrp="1" noChangeArrowheads="1"/>
          </p:cNvSpPr>
          <p:nvPr>
            <p:ph type="sldNum" sz="quarter" idx="11"/>
          </p:nvPr>
        </p:nvSpPr>
        <p:spPr>
          <a:ln/>
        </p:spPr>
        <p:txBody>
          <a:bodyPr/>
          <a:lstStyle>
            <a:lvl1pPr>
              <a:defRPr/>
            </a:lvl1pPr>
          </a:lstStyle>
          <a:p>
            <a:pPr>
              <a:defRPr/>
            </a:pPr>
            <a:fld id="{8ECA6426-C95A-4582-9425-13990CC4AD06}" type="slidenum">
              <a:rPr lang="en-US" altLang="en-US"/>
              <a:pPr>
                <a:defRPr/>
              </a:pPr>
              <a:t>‹#›</a:t>
            </a:fld>
            <a:endParaRPr lang="en-US" alt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4222425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
          <p:cNvSpPr>
            <a:spLocks noGrp="1" noChangeArrowheads="1"/>
          </p:cNvSpPr>
          <p:nvPr>
            <p:ph type="ftr" sz="quarter" idx="10"/>
          </p:nvPr>
        </p:nvSpPr>
        <p:spPr>
          <a:ln/>
        </p:spPr>
        <p:txBody>
          <a:bodyPr/>
          <a:lstStyle>
            <a:lvl1pPr>
              <a:defRPr/>
            </a:lvl1pPr>
          </a:lstStyle>
          <a:p>
            <a:pPr>
              <a:defRPr/>
            </a:pPr>
            <a:endParaRPr lang="en-US" altLang="en-US"/>
          </a:p>
        </p:txBody>
      </p:sp>
      <p:sp>
        <p:nvSpPr>
          <p:cNvPr id="8" name="Rectangle 3"/>
          <p:cNvSpPr>
            <a:spLocks noGrp="1" noChangeArrowheads="1"/>
          </p:cNvSpPr>
          <p:nvPr>
            <p:ph type="sldNum" sz="quarter" idx="11"/>
          </p:nvPr>
        </p:nvSpPr>
        <p:spPr>
          <a:ln/>
        </p:spPr>
        <p:txBody>
          <a:bodyPr/>
          <a:lstStyle>
            <a:lvl1pPr>
              <a:defRPr/>
            </a:lvl1pPr>
          </a:lstStyle>
          <a:p>
            <a:pPr>
              <a:defRPr/>
            </a:pPr>
            <a:fld id="{F7911359-362B-4B99-8124-5A1B1D8058CF}" type="slidenum">
              <a:rPr lang="en-US" altLang="en-US"/>
              <a:pPr>
                <a:defRPr/>
              </a:pPr>
              <a:t>‹#›</a:t>
            </a:fld>
            <a:endParaRPr lang="en-US" altLang="en-US"/>
          </a:p>
        </p:txBody>
      </p:sp>
      <p:sp>
        <p:nvSpPr>
          <p:cNvPr id="9" name="Rectangle 16"/>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3013687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
          <p:cNvSpPr>
            <a:spLocks noGrp="1" noChangeArrowheads="1"/>
          </p:cNvSpPr>
          <p:nvPr>
            <p:ph type="ftr" sz="quarter" idx="10"/>
          </p:nvPr>
        </p:nvSpPr>
        <p:spPr>
          <a:ln/>
        </p:spPr>
        <p:txBody>
          <a:bodyPr/>
          <a:lstStyle>
            <a:lvl1pPr>
              <a:defRPr/>
            </a:lvl1pPr>
          </a:lstStyle>
          <a:p>
            <a:pPr>
              <a:defRPr/>
            </a:pPr>
            <a:endParaRPr lang="en-US" altLang="en-US"/>
          </a:p>
        </p:txBody>
      </p:sp>
      <p:sp>
        <p:nvSpPr>
          <p:cNvPr id="4" name="Rectangle 3"/>
          <p:cNvSpPr>
            <a:spLocks noGrp="1" noChangeArrowheads="1"/>
          </p:cNvSpPr>
          <p:nvPr>
            <p:ph type="sldNum" sz="quarter" idx="11"/>
          </p:nvPr>
        </p:nvSpPr>
        <p:spPr>
          <a:ln/>
        </p:spPr>
        <p:txBody>
          <a:bodyPr/>
          <a:lstStyle>
            <a:lvl1pPr>
              <a:defRPr/>
            </a:lvl1pPr>
          </a:lstStyle>
          <a:p>
            <a:pPr>
              <a:defRPr/>
            </a:pPr>
            <a:fld id="{62C7FAAC-55EF-42E4-91DB-D6107FB4F399}" type="slidenum">
              <a:rPr lang="en-US" altLang="en-US"/>
              <a:pPr>
                <a:defRPr/>
              </a:pPr>
              <a:t>‹#›</a:t>
            </a:fld>
            <a:endParaRPr lang="en-US" altLang="en-US"/>
          </a:p>
        </p:txBody>
      </p:sp>
      <p:sp>
        <p:nvSpPr>
          <p:cNvPr id="5" name="Rectangle 16"/>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4481214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ltLang="en-US"/>
          </a:p>
        </p:txBody>
      </p:sp>
      <p:sp>
        <p:nvSpPr>
          <p:cNvPr id="3" name="Rectangle 3"/>
          <p:cNvSpPr>
            <a:spLocks noGrp="1" noChangeArrowheads="1"/>
          </p:cNvSpPr>
          <p:nvPr>
            <p:ph type="sldNum" sz="quarter" idx="11"/>
          </p:nvPr>
        </p:nvSpPr>
        <p:spPr>
          <a:ln/>
        </p:spPr>
        <p:txBody>
          <a:bodyPr/>
          <a:lstStyle>
            <a:lvl1pPr>
              <a:defRPr/>
            </a:lvl1pPr>
          </a:lstStyle>
          <a:p>
            <a:pPr>
              <a:defRPr/>
            </a:pPr>
            <a:fld id="{8B8188B4-65C4-4EB2-82DD-080716DE93B8}" type="slidenum">
              <a:rPr lang="en-US" altLang="en-US"/>
              <a:pPr>
                <a:defRPr/>
              </a:pPr>
              <a:t>‹#›</a:t>
            </a:fld>
            <a:endParaRPr lang="en-US" altLang="en-US"/>
          </a:p>
        </p:txBody>
      </p:sp>
      <p:sp>
        <p:nvSpPr>
          <p:cNvPr id="4" name="Rectangle 16"/>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511111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3"/>
          <p:cNvSpPr>
            <a:spLocks noGrp="1" noChangeArrowheads="1"/>
          </p:cNvSpPr>
          <p:nvPr>
            <p:ph type="sldNum" sz="quarter" idx="11"/>
          </p:nvPr>
        </p:nvSpPr>
        <p:spPr>
          <a:ln/>
        </p:spPr>
        <p:txBody>
          <a:bodyPr/>
          <a:lstStyle>
            <a:lvl1pPr>
              <a:defRPr/>
            </a:lvl1pPr>
          </a:lstStyle>
          <a:p>
            <a:pPr>
              <a:defRPr/>
            </a:pPr>
            <a:fld id="{AB13D3C8-D15E-425C-812C-798D353282F2}" type="slidenum">
              <a:rPr lang="en-US" altLang="en-US"/>
              <a:pPr>
                <a:defRPr/>
              </a:pPr>
              <a:t>‹#›</a:t>
            </a:fld>
            <a:endParaRPr lang="en-US" alt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3376885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3"/>
          <p:cNvSpPr>
            <a:spLocks noGrp="1" noChangeArrowheads="1"/>
          </p:cNvSpPr>
          <p:nvPr>
            <p:ph type="sldNum" sz="quarter" idx="11"/>
          </p:nvPr>
        </p:nvSpPr>
        <p:spPr>
          <a:ln/>
        </p:spPr>
        <p:txBody>
          <a:bodyPr/>
          <a:lstStyle>
            <a:lvl1pPr>
              <a:defRPr/>
            </a:lvl1pPr>
          </a:lstStyle>
          <a:p>
            <a:pPr>
              <a:defRPr/>
            </a:pPr>
            <a:fld id="{774FCDAE-E3B9-45E1-8D8E-9D6AA891A33D}" type="slidenum">
              <a:rPr lang="en-US" altLang="en-US"/>
              <a:pPr>
                <a:defRPr/>
              </a:pPr>
              <a:t>‹#›</a:t>
            </a:fld>
            <a:endParaRPr lang="en-US" alt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3146658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3"/>
          <p:cNvSpPr>
            <a:spLocks noGrp="1" noChangeArrowheads="1"/>
          </p:cNvSpPr>
          <p:nvPr>
            <p:ph type="sldNum" sz="quarter" idx="11"/>
          </p:nvPr>
        </p:nvSpPr>
        <p:spPr>
          <a:ln/>
        </p:spPr>
        <p:txBody>
          <a:bodyPr/>
          <a:lstStyle>
            <a:lvl1pPr>
              <a:defRPr/>
            </a:lvl1pPr>
          </a:lstStyle>
          <a:p>
            <a:pPr>
              <a:defRPr/>
            </a:pPr>
            <a:fld id="{0CA2BE4A-294B-4DBB-BDE3-F97A69BC2691}" type="slidenum">
              <a:rPr lang="en-US" altLang="en-US"/>
              <a:pPr>
                <a:defRPr/>
              </a:pPr>
              <a:t>‹#›</a:t>
            </a:fld>
            <a:endParaRPr lang="en-US" alt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593818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457200"/>
            <a:ext cx="60198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3"/>
          <p:cNvSpPr>
            <a:spLocks noGrp="1" noChangeArrowheads="1"/>
          </p:cNvSpPr>
          <p:nvPr>
            <p:ph type="sldNum" sz="quarter" idx="11"/>
          </p:nvPr>
        </p:nvSpPr>
        <p:spPr>
          <a:ln/>
        </p:spPr>
        <p:txBody>
          <a:bodyPr/>
          <a:lstStyle>
            <a:lvl1pPr>
              <a:defRPr/>
            </a:lvl1pPr>
          </a:lstStyle>
          <a:p>
            <a:pPr>
              <a:defRPr/>
            </a:pPr>
            <a:fld id="{E5825053-FCEA-4CB6-BA25-2CB3A5657763}" type="slidenum">
              <a:rPr lang="en-US" altLang="en-US"/>
              <a:pPr>
                <a:defRPr/>
              </a:pPr>
              <a:t>‹#›</a:t>
            </a:fld>
            <a:endParaRPr lang="en-US" alt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13368273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230189"/>
            <a:ext cx="8382000" cy="590931"/>
          </a:xfrm>
        </p:spPr>
        <p:txBody>
          <a:bodyPr/>
          <a:lstStyle>
            <a:lvl1pPr>
              <a:defRPr sz="3200"/>
            </a:lvl1pPr>
          </a:lstStyle>
          <a:p>
            <a:r>
              <a:rPr lang="en-US" dirty="0"/>
              <a:t>Click to edit Master title style</a:t>
            </a:r>
          </a:p>
        </p:txBody>
      </p:sp>
      <p:sp>
        <p:nvSpPr>
          <p:cNvPr id="6" name="Text Placeholder 5"/>
          <p:cNvSpPr>
            <a:spLocks noGrp="1"/>
          </p:cNvSpPr>
          <p:nvPr>
            <p:ph type="body" sz="quarter" idx="10"/>
          </p:nvPr>
        </p:nvSpPr>
        <p:spPr>
          <a:xfrm>
            <a:off x="381000" y="1411554"/>
            <a:ext cx="8382000" cy="2921825"/>
          </a:xfrm>
        </p:spPr>
        <p:txBody>
          <a:bodyPr/>
          <a:lstStyle>
            <a:lvl1pPr>
              <a:lnSpc>
                <a:spcPct val="90000"/>
              </a:lnSpc>
              <a:buSzPct val="130000"/>
              <a:buFont typeface="Arial" pitchFamily="34" charset="0"/>
              <a:buChar char="•"/>
              <a:defRPr/>
            </a:lvl1pPr>
            <a:lvl2pPr algn="l" defTabSz="914340" rtl="0" eaLnBrk="1" latinLnBrk="0" hangingPunct="1">
              <a:lnSpc>
                <a:spcPct val="90000"/>
              </a:lnSpc>
              <a:spcBef>
                <a:spcPct val="20000"/>
              </a:spcBef>
              <a:buClr>
                <a:srgbClr val="777777"/>
              </a:buClr>
              <a:buSzPct val="100000"/>
              <a:buFont typeface="Segoe" pitchFamily="34" charset="0"/>
              <a:buChar char="−"/>
              <a:defRPr lang="en-US" sz="2800" kern="1200" dirty="0" smtClean="0">
                <a:solidFill>
                  <a:schemeClr val="tx1"/>
                </a:solidFill>
                <a:latin typeface="+mn-lt"/>
                <a:ea typeface="+mn-ea"/>
                <a:cs typeface="+mn-cs"/>
              </a:defRPr>
            </a:lvl2pPr>
            <a:lvl3pPr algn="l" defTabSz="914340" rtl="0" eaLnBrk="1" latinLnBrk="0" hangingPunct="1">
              <a:lnSpc>
                <a:spcPct val="90000"/>
              </a:lnSpc>
              <a:spcBef>
                <a:spcPct val="20000"/>
              </a:spcBef>
              <a:buClr>
                <a:srgbClr val="777777"/>
              </a:buClr>
              <a:buSzPct val="100000"/>
              <a:buFont typeface="Segoe" pitchFamily="34" charset="0"/>
              <a:buChar char="−"/>
              <a:defRPr lang="en-US" sz="2400" kern="1200" dirty="0" smtClean="0">
                <a:solidFill>
                  <a:schemeClr val="tx1"/>
                </a:solidFill>
                <a:latin typeface="+mn-lt"/>
                <a:ea typeface="+mn-ea"/>
                <a:cs typeface="+mn-cs"/>
              </a:defRPr>
            </a:lvl3pPr>
            <a:lvl4pPr algn="l" defTabSz="914340" rtl="0" eaLnBrk="1" latinLnBrk="0" hangingPunct="1">
              <a:lnSpc>
                <a:spcPct val="90000"/>
              </a:lnSpc>
              <a:spcBef>
                <a:spcPct val="20000"/>
              </a:spcBef>
              <a:buClr>
                <a:srgbClr val="777777"/>
              </a:buClr>
              <a:buSzPct val="100000"/>
              <a:buFont typeface="Segoe" pitchFamily="34" charset="0"/>
              <a:buChar char="−"/>
              <a:defRPr lang="en-US" sz="2400" kern="1200" dirty="0" smtClean="0">
                <a:solidFill>
                  <a:schemeClr val="tx1"/>
                </a:solidFill>
                <a:latin typeface="+mn-lt"/>
                <a:ea typeface="+mn-ea"/>
                <a:cs typeface="+mn-cs"/>
              </a:defRPr>
            </a:lvl4pPr>
            <a:lvl5pPr algn="l" defTabSz="914340" rtl="0" eaLnBrk="1" latinLnBrk="0" hangingPunct="1">
              <a:lnSpc>
                <a:spcPct val="90000"/>
              </a:lnSpc>
              <a:spcBef>
                <a:spcPct val="20000"/>
              </a:spcBef>
              <a:buClr>
                <a:srgbClr val="777777"/>
              </a:buClr>
              <a:buSzPct val="100000"/>
              <a:buFont typeface="Segoe" pitchFamily="34" charset="0"/>
              <a:buChar char="−"/>
              <a:defRPr lang="en-US" sz="2400" kern="1200" dirty="0">
                <a:solidFill>
                  <a:schemeClr val="tx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8404700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200">
                <a:latin typeface="Arial" charset="0"/>
              </a:defRPr>
            </a:lvl1pPr>
          </a:lstStyle>
          <a:p>
            <a:pPr>
              <a:defRPr/>
            </a:pPr>
            <a:endParaRPr lang="en-US" altLang="en-US"/>
          </a:p>
        </p:txBody>
      </p:sp>
      <p:sp>
        <p:nvSpPr>
          <p:cNvPr id="4099" name="Rectangle 3"/>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Black" panose="020B0A04020102020204" pitchFamily="34" charset="0"/>
              </a:defRPr>
            </a:lvl1pPr>
          </a:lstStyle>
          <a:p>
            <a:pPr>
              <a:defRPr/>
            </a:pPr>
            <a:fld id="{EBB3657B-8497-440A-8321-1B4C1FA0C0EE}" type="slidenum">
              <a:rPr lang="en-US" altLang="en-US"/>
              <a:pPr>
                <a:defRPr/>
              </a:pPr>
              <a:t>‹#›</a:t>
            </a:fld>
            <a:endParaRPr lang="en-US" altLang="en-US"/>
          </a:p>
        </p:txBody>
      </p:sp>
      <p:grpSp>
        <p:nvGrpSpPr>
          <p:cNvPr id="1028" name="Group 4"/>
          <p:cNvGrpSpPr>
            <a:grpSpLocks/>
          </p:cNvGrpSpPr>
          <p:nvPr/>
        </p:nvGrpSpPr>
        <p:grpSpPr bwMode="auto">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bg-BG" altLang="en-US" sz="2400">
                <a:latin typeface="Times New Roman" panose="02020603050405020304" pitchFamily="18"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1800">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1800">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1800">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1800">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1800">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1800">
                <a:solidFill>
                  <a:schemeClr val="accent2"/>
                </a:solidFill>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12" name="Rectangle 16"/>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ltLang="en-US"/>
          </a:p>
        </p:txBody>
      </p:sp>
    </p:spTree>
    <p:extLst>
      <p:ext uri="{BB962C8B-B14F-4D97-AF65-F5344CB8AC3E}">
        <p14:creationId xmlns:p14="http://schemas.microsoft.com/office/powerpoint/2010/main" val="35460033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defRPr>
      </a:lvl2pPr>
      <a:lvl3pPr algn="l" rtl="0" eaLnBrk="0" fontAlgn="base" hangingPunct="0">
        <a:spcBef>
          <a:spcPct val="0"/>
        </a:spcBef>
        <a:spcAft>
          <a:spcPct val="0"/>
        </a:spcAft>
        <a:defRPr sz="4400">
          <a:solidFill>
            <a:schemeClr val="tx1"/>
          </a:solidFill>
          <a:latin typeface="Arial" charset="0"/>
        </a:defRPr>
      </a:lvl3pPr>
      <a:lvl4pPr algn="l" rtl="0" eaLnBrk="0" fontAlgn="base" hangingPunct="0">
        <a:spcBef>
          <a:spcPct val="0"/>
        </a:spcBef>
        <a:spcAft>
          <a:spcPct val="0"/>
        </a:spcAft>
        <a:defRPr sz="4400">
          <a:solidFill>
            <a:schemeClr val="tx1"/>
          </a:solidFill>
          <a:latin typeface="Arial" charset="0"/>
        </a:defRPr>
      </a:lvl4pPr>
      <a:lvl5pPr algn="l" rtl="0" eaLnBrk="0" fontAlgn="base" hangingPunct="0">
        <a:spcBef>
          <a:spcPct val="0"/>
        </a:spcBef>
        <a:spcAft>
          <a:spcPct val="0"/>
        </a:spcAft>
        <a:defRPr sz="4400">
          <a:solidFill>
            <a:schemeClr val="tx1"/>
          </a:solidFill>
          <a:latin typeface="Arial" charset="0"/>
        </a:defRPr>
      </a:lvl5pPr>
      <a:lvl6pPr marL="457189" algn="l" rtl="0" fontAlgn="base">
        <a:spcBef>
          <a:spcPct val="0"/>
        </a:spcBef>
        <a:spcAft>
          <a:spcPct val="0"/>
        </a:spcAft>
        <a:defRPr sz="4400">
          <a:solidFill>
            <a:schemeClr val="tx1"/>
          </a:solidFill>
          <a:latin typeface="Arial" charset="0"/>
        </a:defRPr>
      </a:lvl6pPr>
      <a:lvl7pPr marL="914377" algn="l" rtl="0" fontAlgn="base">
        <a:spcBef>
          <a:spcPct val="0"/>
        </a:spcBef>
        <a:spcAft>
          <a:spcPct val="0"/>
        </a:spcAft>
        <a:defRPr sz="4400">
          <a:solidFill>
            <a:schemeClr val="tx1"/>
          </a:solidFill>
          <a:latin typeface="Arial" charset="0"/>
        </a:defRPr>
      </a:lvl7pPr>
      <a:lvl8pPr marL="1371566" algn="l" rtl="0" fontAlgn="base">
        <a:spcBef>
          <a:spcPct val="0"/>
        </a:spcBef>
        <a:spcAft>
          <a:spcPct val="0"/>
        </a:spcAft>
        <a:defRPr sz="4400">
          <a:solidFill>
            <a:schemeClr val="tx1"/>
          </a:solidFill>
          <a:latin typeface="Arial" charset="0"/>
        </a:defRPr>
      </a:lvl8pPr>
      <a:lvl9pPr marL="1828754" algn="l" rtl="0" fontAlgn="base">
        <a:spcBef>
          <a:spcPct val="0"/>
        </a:spcBef>
        <a:spcAft>
          <a:spcPct val="0"/>
        </a:spcAft>
        <a:defRPr sz="4400">
          <a:solidFill>
            <a:schemeClr val="tx1"/>
          </a:solidFill>
          <a:latin typeface="Arial" charset="0"/>
        </a:defRPr>
      </a:lvl9pPr>
    </p:titleStyle>
    <p:bodyStyle>
      <a:lvl1pPr marL="342891" indent="-342891"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32" indent="-285744"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defRPr>
      </a:lvl2pPr>
      <a:lvl3pPr marL="1142971" indent="-228594"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defRPr>
      </a:lvl3pPr>
      <a:lvl4pPr marL="1600160" indent="-228594"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defRPr>
      </a:lvl4pPr>
      <a:lvl5pPr marL="2057349" indent="-228594"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537" indent="-228594" algn="l" rtl="0" fontAlgn="base">
        <a:spcBef>
          <a:spcPct val="20000"/>
        </a:spcBef>
        <a:spcAft>
          <a:spcPct val="0"/>
        </a:spcAft>
        <a:buClr>
          <a:schemeClr val="bg2"/>
        </a:buClr>
        <a:buFont typeface="Wingdings" pitchFamily="2" charset="2"/>
        <a:buChar char="§"/>
        <a:defRPr sz="2000">
          <a:solidFill>
            <a:schemeClr val="tx1"/>
          </a:solidFill>
          <a:latin typeface="+mn-lt"/>
        </a:defRPr>
      </a:lvl6pPr>
      <a:lvl7pPr marL="2971726" indent="-228594" algn="l" rtl="0" fontAlgn="base">
        <a:spcBef>
          <a:spcPct val="20000"/>
        </a:spcBef>
        <a:spcAft>
          <a:spcPct val="0"/>
        </a:spcAft>
        <a:buClr>
          <a:schemeClr val="bg2"/>
        </a:buClr>
        <a:buFont typeface="Wingdings" pitchFamily="2" charset="2"/>
        <a:buChar char="§"/>
        <a:defRPr sz="2000">
          <a:solidFill>
            <a:schemeClr val="tx1"/>
          </a:solidFill>
          <a:latin typeface="+mn-lt"/>
        </a:defRPr>
      </a:lvl7pPr>
      <a:lvl8pPr marL="3428914" indent="-228594" algn="l" rtl="0" fontAlgn="base">
        <a:spcBef>
          <a:spcPct val="20000"/>
        </a:spcBef>
        <a:spcAft>
          <a:spcPct val="0"/>
        </a:spcAft>
        <a:buClr>
          <a:schemeClr val="bg2"/>
        </a:buClr>
        <a:buFont typeface="Wingdings" pitchFamily="2" charset="2"/>
        <a:buChar char="§"/>
        <a:defRPr sz="2000">
          <a:solidFill>
            <a:schemeClr val="tx1"/>
          </a:solidFill>
          <a:latin typeface="+mn-lt"/>
        </a:defRPr>
      </a:lvl8pPr>
      <a:lvl9pPr marL="3886103" indent="-228594" algn="l" rtl="0" fontAlgn="base">
        <a:spcBef>
          <a:spcPct val="20000"/>
        </a:spcBef>
        <a:spcAft>
          <a:spcPct val="0"/>
        </a:spcAft>
        <a:buClr>
          <a:schemeClr val="bg2"/>
        </a:buClr>
        <a:buFont typeface="Wingdings" pitchFamily="2" charset="2"/>
        <a:buChar char="§"/>
        <a:defRPr sz="2000">
          <a:solidFill>
            <a:schemeClr val="tx1"/>
          </a:solidFill>
          <a:latin typeface="+mn-lt"/>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pPr eaLnBrk="1" hangingPunct="1"/>
            <a:r>
              <a:rPr lang="bg-BG" altLang="en-US" sz="4600" dirty="0"/>
              <a:t>Десктоп и приложна виртуализация</a:t>
            </a:r>
            <a:endParaRPr lang="en-US" altLang="en-US" sz="4600" dirty="0"/>
          </a:p>
        </p:txBody>
      </p:sp>
      <p:sp>
        <p:nvSpPr>
          <p:cNvPr id="3075" name="Rectangle 3"/>
          <p:cNvSpPr>
            <a:spLocks noGrp="1" noChangeArrowheads="1"/>
          </p:cNvSpPr>
          <p:nvPr>
            <p:ph type="subTitle" idx="1"/>
          </p:nvPr>
        </p:nvSpPr>
        <p:spPr/>
        <p:txBody>
          <a:bodyPr/>
          <a:lstStyle/>
          <a:p>
            <a:pPr eaLnBrk="1" hangingPunct="1"/>
            <a:r>
              <a:rPr lang="en-US" altLang="en-US" dirty="0"/>
              <a:t>(Desktop and Application Virtualization)</a:t>
            </a:r>
          </a:p>
        </p:txBody>
      </p:sp>
    </p:spTree>
    <p:extLst>
      <p:ext uri="{BB962C8B-B14F-4D97-AF65-F5344CB8AC3E}">
        <p14:creationId xmlns:p14="http://schemas.microsoft.com/office/powerpoint/2010/main" val="1181157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457200" y="457200"/>
            <a:ext cx="8229600" cy="1131455"/>
          </a:xfrm>
        </p:spPr>
        <p:txBody>
          <a:bodyPr/>
          <a:lstStyle/>
          <a:p>
            <a:pPr eaLnBrk="1" hangingPunct="1"/>
            <a:r>
              <a:rPr lang="en-US" altLang="en-US" dirty="0"/>
              <a:t>Desktop</a:t>
            </a:r>
            <a:r>
              <a:rPr lang="bg-BG" altLang="en-US" dirty="0"/>
              <a:t> виртуализация</a:t>
            </a:r>
            <a:endParaRPr lang="en-US" altLang="en-US" dirty="0"/>
          </a:p>
        </p:txBody>
      </p:sp>
      <p:sp>
        <p:nvSpPr>
          <p:cNvPr id="4099" name="Rectangle 3"/>
          <p:cNvSpPr>
            <a:spLocks noGrp="1" noChangeArrowheads="1"/>
          </p:cNvSpPr>
          <p:nvPr>
            <p:ph type="body" idx="1"/>
          </p:nvPr>
        </p:nvSpPr>
        <p:spPr>
          <a:xfrm>
            <a:off x="189346" y="1482437"/>
            <a:ext cx="8705272" cy="5066471"/>
          </a:xfrm>
        </p:spPr>
        <p:txBody>
          <a:bodyPr/>
          <a:lstStyle/>
          <a:p>
            <a:pPr eaLnBrk="1" hangingPunct="1"/>
            <a:r>
              <a:rPr lang="en-US" altLang="en-US" dirty="0"/>
              <a:t>Desktop virtualization is a method of simulating a user workstation so it can be accessed from a remotely connected device. By abstracting the user desktop in this way, organizations can allow users to work from virtually anywhere with a network connecting, using any desktop laptop, tablet, or smartphone to access enterprise resources without regard to the device or operating system employed by the remote user.</a:t>
            </a:r>
          </a:p>
          <a:p>
            <a:pPr eaLnBrk="1" hangingPunct="1">
              <a:buFont typeface="Wingdings" panose="05000000000000000000" pitchFamily="2" charset="2"/>
              <a:buNone/>
            </a:pPr>
            <a:endParaRPr lang="en-US" altLang="en-US" b="1" dirty="0"/>
          </a:p>
        </p:txBody>
      </p:sp>
    </p:spTree>
    <p:extLst>
      <p:ext uri="{BB962C8B-B14F-4D97-AF65-F5344CB8AC3E}">
        <p14:creationId xmlns:p14="http://schemas.microsoft.com/office/powerpoint/2010/main" val="676481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Предимства</a:t>
            </a:r>
            <a:endParaRPr lang="en-US" dirty="0"/>
          </a:p>
        </p:txBody>
      </p:sp>
      <p:sp>
        <p:nvSpPr>
          <p:cNvPr id="3" name="Content Placeholder 2"/>
          <p:cNvSpPr>
            <a:spLocks noGrp="1"/>
          </p:cNvSpPr>
          <p:nvPr>
            <p:ph idx="1"/>
          </p:nvPr>
        </p:nvSpPr>
        <p:spPr/>
        <p:txBody>
          <a:bodyPr/>
          <a:lstStyle/>
          <a:p>
            <a:r>
              <a:rPr lang="en-US" dirty="0"/>
              <a:t>Resource Utilization</a:t>
            </a:r>
            <a:endParaRPr lang="bg-BG" dirty="0"/>
          </a:p>
          <a:p>
            <a:r>
              <a:rPr lang="en-US" dirty="0"/>
              <a:t>Remote Workforce Enablement</a:t>
            </a:r>
            <a:endParaRPr lang="bg-BG" dirty="0"/>
          </a:p>
          <a:p>
            <a:r>
              <a:rPr lang="en-US" dirty="0"/>
              <a:t>Security</a:t>
            </a:r>
          </a:p>
        </p:txBody>
      </p:sp>
    </p:spTree>
    <p:extLst>
      <p:ext uri="{BB962C8B-B14F-4D97-AF65-F5344CB8AC3E}">
        <p14:creationId xmlns:p14="http://schemas.microsoft.com/office/powerpoint/2010/main" val="4238447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55964"/>
          </a:xfrm>
        </p:spPr>
        <p:txBody>
          <a:bodyPr/>
          <a:lstStyle/>
          <a:p>
            <a:r>
              <a:rPr lang="en-US" dirty="0"/>
              <a:t>Resource Utilization</a:t>
            </a:r>
          </a:p>
        </p:txBody>
      </p:sp>
      <p:sp>
        <p:nvSpPr>
          <p:cNvPr id="3" name="Content Placeholder 2"/>
          <p:cNvSpPr>
            <a:spLocks noGrp="1"/>
          </p:cNvSpPr>
          <p:nvPr>
            <p:ph idx="1"/>
          </p:nvPr>
        </p:nvSpPr>
        <p:spPr>
          <a:xfrm>
            <a:off x="163945" y="1413164"/>
            <a:ext cx="8816109" cy="3886200"/>
          </a:xfrm>
        </p:spPr>
        <p:txBody>
          <a:bodyPr/>
          <a:lstStyle/>
          <a:p>
            <a:r>
              <a:rPr lang="en-US" dirty="0"/>
              <a:t>Since IT resources for desktop virtualization are concentrated in a data center, resources are pooled for efficiency. The need to push OS and application updates to end-user devices is eliminated, and virtually any desktop, laptop, tablet, or smartphone can be used to access virtualized desktop applications. IT organizations can thus deploy less powerful and less expensive client devices since they are basically only used for input and output.</a:t>
            </a:r>
          </a:p>
        </p:txBody>
      </p:sp>
    </p:spTree>
    <p:extLst>
      <p:ext uri="{BB962C8B-B14F-4D97-AF65-F5344CB8AC3E}">
        <p14:creationId xmlns:p14="http://schemas.microsoft.com/office/powerpoint/2010/main" val="2353804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45127"/>
          </a:xfrm>
        </p:spPr>
        <p:txBody>
          <a:bodyPr/>
          <a:lstStyle/>
          <a:p>
            <a:r>
              <a:rPr lang="en-US" dirty="0"/>
              <a:t>Remote Workforce Enablement</a:t>
            </a:r>
          </a:p>
        </p:txBody>
      </p:sp>
      <p:sp>
        <p:nvSpPr>
          <p:cNvPr id="3" name="Content Placeholder 2"/>
          <p:cNvSpPr>
            <a:spLocks noGrp="1"/>
          </p:cNvSpPr>
          <p:nvPr>
            <p:ph idx="1"/>
          </p:nvPr>
        </p:nvSpPr>
        <p:spPr>
          <a:xfrm>
            <a:off x="96982" y="1191490"/>
            <a:ext cx="8950036" cy="3886200"/>
          </a:xfrm>
        </p:spPr>
        <p:txBody>
          <a:bodyPr/>
          <a:lstStyle/>
          <a:p>
            <a:r>
              <a:rPr lang="en-US" sz="2800" dirty="0"/>
              <a:t>Since each virtual desktop resides in central servers, new user desktops can be provisioned in minutes and become instantly available for new users to access. Additionally IT support resources can focus on issues on the virtualization servers with little regard to the actual end-user device being used to access the virtual desktop. Finally, since all applications are served to the client over a network, users have the ability to access their business applications virtually anywhere there is internet connectivity. If a user leaves the organization, the resources that were used for their virtual desktop can then be returned to centrally pooled infrastructure.</a:t>
            </a:r>
            <a:endParaRPr lang="bg-BG" sz="2800" dirty="0"/>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23806424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457200"/>
            <a:ext cx="8409709" cy="808182"/>
          </a:xfrm>
        </p:spPr>
        <p:txBody>
          <a:bodyPr/>
          <a:lstStyle/>
          <a:p>
            <a:r>
              <a:rPr lang="en-US" dirty="0"/>
              <a:t>Security</a:t>
            </a:r>
          </a:p>
        </p:txBody>
      </p:sp>
      <p:sp>
        <p:nvSpPr>
          <p:cNvPr id="3" name="Content Placeholder 2"/>
          <p:cNvSpPr>
            <a:spLocks noGrp="1"/>
          </p:cNvSpPr>
          <p:nvPr>
            <p:ph idx="1"/>
          </p:nvPr>
        </p:nvSpPr>
        <p:spPr>
          <a:xfrm>
            <a:off x="96981" y="1186873"/>
            <a:ext cx="8963892" cy="3886200"/>
          </a:xfrm>
        </p:spPr>
        <p:txBody>
          <a:bodyPr/>
          <a:lstStyle/>
          <a:p>
            <a:r>
              <a:rPr lang="en-US" sz="2800" dirty="0"/>
              <a:t>IT professionals rate security as their biggest challenge year after year. By removing OS and application concerns from user devices, desktop virtualization enables centralized security control, with hardware security needs limited to virtualization servers, and an emphasis on identity and access management with role-based permissions that limit users only to those applications and data they are authorized to access. Additionally, if an employee leaves an organization there is no need to remove applications and data from user devices; any data on the user device is ephemeral by design and does not persist when a virtual desktop session ends.</a:t>
            </a:r>
          </a:p>
        </p:txBody>
      </p:sp>
    </p:spTree>
    <p:extLst>
      <p:ext uri="{BB962C8B-B14F-4D97-AF65-F5344CB8AC3E}">
        <p14:creationId xmlns:p14="http://schemas.microsoft.com/office/powerpoint/2010/main" val="29680229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Типове десктоп виртуализация</a:t>
            </a:r>
            <a:endParaRPr lang="en-US" dirty="0"/>
          </a:p>
        </p:txBody>
      </p:sp>
      <p:sp>
        <p:nvSpPr>
          <p:cNvPr id="3" name="Content Placeholder 2"/>
          <p:cNvSpPr>
            <a:spLocks noGrp="1"/>
          </p:cNvSpPr>
          <p:nvPr>
            <p:ph idx="1"/>
          </p:nvPr>
        </p:nvSpPr>
        <p:spPr>
          <a:xfrm>
            <a:off x="457200" y="2505074"/>
            <a:ext cx="8229600" cy="3362325"/>
          </a:xfrm>
        </p:spPr>
        <p:txBody>
          <a:bodyPr/>
          <a:lstStyle/>
          <a:p>
            <a:r>
              <a:rPr lang="en-US" dirty="0"/>
              <a:t>Virtual desktop infrastructure (VDI)</a:t>
            </a:r>
            <a:endParaRPr lang="bg-BG" dirty="0"/>
          </a:p>
          <a:p>
            <a:r>
              <a:rPr lang="en-US" dirty="0"/>
              <a:t>Remote desktop services (RDS)</a:t>
            </a:r>
            <a:endParaRPr lang="bg-BG" dirty="0"/>
          </a:p>
          <a:p>
            <a:r>
              <a:rPr lang="en-US" dirty="0"/>
              <a:t>Desktop-as-a-Service (</a:t>
            </a:r>
            <a:r>
              <a:rPr lang="en-US" dirty="0" err="1"/>
              <a:t>DaaS</a:t>
            </a:r>
            <a:r>
              <a:rPr lang="en-US" dirty="0"/>
              <a:t>)</a:t>
            </a:r>
          </a:p>
        </p:txBody>
      </p:sp>
    </p:spTree>
    <p:extLst>
      <p:ext uri="{BB962C8B-B14F-4D97-AF65-F5344CB8AC3E}">
        <p14:creationId xmlns:p14="http://schemas.microsoft.com/office/powerpoint/2010/main" val="3153476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VDI</a:t>
            </a:r>
          </a:p>
        </p:txBody>
      </p:sp>
      <p:sp>
        <p:nvSpPr>
          <p:cNvPr id="3" name="Content Placeholder 2"/>
          <p:cNvSpPr>
            <a:spLocks noGrp="1"/>
          </p:cNvSpPr>
          <p:nvPr>
            <p:ph idx="1"/>
          </p:nvPr>
        </p:nvSpPr>
        <p:spPr>
          <a:xfrm>
            <a:off x="96981" y="1657928"/>
            <a:ext cx="8950037" cy="3886200"/>
          </a:xfrm>
        </p:spPr>
        <p:txBody>
          <a:bodyPr/>
          <a:lstStyle/>
          <a:p>
            <a:r>
              <a:rPr lang="en-US" sz="2800" dirty="0"/>
              <a:t>VDI simulates the familiar desktop computing model as virtual desktop sessions that run on VMs either in on-premises data center or in the cloud. Organizations who adopt this model manage the desktop virtualization server as they would any other application server on-premises. Since all end-user computing is moved from users back into the data center, the initial deployment of servers to run VDI sessions can be a considerable investment, tempered by eliminating the need to constantly refresh end-user devices.</a:t>
            </a:r>
          </a:p>
        </p:txBody>
      </p:sp>
    </p:spTree>
    <p:extLst>
      <p:ext uri="{BB962C8B-B14F-4D97-AF65-F5344CB8AC3E}">
        <p14:creationId xmlns:p14="http://schemas.microsoft.com/office/powerpoint/2010/main" val="672287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VDI</a:t>
            </a:r>
          </a:p>
        </p:txBody>
      </p:sp>
      <p:pic>
        <p:nvPicPr>
          <p:cNvPr id="4" name="Content Placeholder 3"/>
          <p:cNvPicPr>
            <a:picLocks noGrp="1" noChangeAspect="1"/>
          </p:cNvPicPr>
          <p:nvPr>
            <p:ph idx="1"/>
          </p:nvPr>
        </p:nvPicPr>
        <p:blipFill>
          <a:blip r:embed="rId2"/>
          <a:stretch>
            <a:fillRect/>
          </a:stretch>
        </p:blipFill>
        <p:spPr>
          <a:xfrm>
            <a:off x="233759" y="2032001"/>
            <a:ext cx="8808826" cy="3842326"/>
          </a:xfrm>
          <a:prstGeom prst="rect">
            <a:avLst/>
          </a:prstGeom>
        </p:spPr>
      </p:pic>
    </p:spTree>
    <p:extLst>
      <p:ext uri="{BB962C8B-B14F-4D97-AF65-F5344CB8AC3E}">
        <p14:creationId xmlns:p14="http://schemas.microsoft.com/office/powerpoint/2010/main" val="1958169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Persistent VDI</a:t>
            </a:r>
          </a:p>
        </p:txBody>
      </p:sp>
      <p:sp>
        <p:nvSpPr>
          <p:cNvPr id="3" name="Content Placeholder 2"/>
          <p:cNvSpPr>
            <a:spLocks noGrp="1"/>
          </p:cNvSpPr>
          <p:nvPr>
            <p:ph idx="1"/>
          </p:nvPr>
        </p:nvSpPr>
        <p:spPr>
          <a:xfrm>
            <a:off x="193963" y="1477819"/>
            <a:ext cx="8756073" cy="3886200"/>
          </a:xfrm>
        </p:spPr>
        <p:txBody>
          <a:bodyPr/>
          <a:lstStyle/>
          <a:p>
            <a:r>
              <a:rPr lang="en-US" sz="2800" dirty="0"/>
              <a:t>A user is assigned a standardized desktop from the resource pool the first time they log on.</a:t>
            </a:r>
          </a:p>
          <a:p>
            <a:r>
              <a:rPr lang="en-US" sz="2800" dirty="0"/>
              <a:t>Each subsequent time they access the VDI environment, they are connected to the same desktop with all of their changes retained in the virtual OS image - even after the connection is restarted.</a:t>
            </a:r>
          </a:p>
          <a:p>
            <a:r>
              <a:rPr lang="en-US" sz="2800" dirty="0"/>
              <a:t>For users with complex and fast-paced digital workflows, this means they can easily pick up where they left off and benefit from extensive personalization of the desktop’s virtual apps and settings.</a:t>
            </a:r>
          </a:p>
        </p:txBody>
      </p:sp>
    </p:spTree>
    <p:extLst>
      <p:ext uri="{BB962C8B-B14F-4D97-AF65-F5344CB8AC3E}">
        <p14:creationId xmlns:p14="http://schemas.microsoft.com/office/powerpoint/2010/main" val="3682668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36073"/>
          </a:xfrm>
        </p:spPr>
        <p:txBody>
          <a:bodyPr/>
          <a:lstStyle/>
          <a:p>
            <a:r>
              <a:rPr lang="en-US" dirty="0"/>
              <a:t>Non-persistent VDI</a:t>
            </a:r>
          </a:p>
        </p:txBody>
      </p:sp>
      <p:sp>
        <p:nvSpPr>
          <p:cNvPr id="3" name="Content Placeholder 2"/>
          <p:cNvSpPr>
            <a:spLocks noGrp="1"/>
          </p:cNvSpPr>
          <p:nvPr>
            <p:ph idx="1"/>
          </p:nvPr>
        </p:nvSpPr>
        <p:spPr>
          <a:xfrm>
            <a:off x="457200" y="1593273"/>
            <a:ext cx="8229600" cy="3886200"/>
          </a:xfrm>
        </p:spPr>
        <p:txBody>
          <a:bodyPr/>
          <a:lstStyle/>
          <a:p>
            <a:r>
              <a:rPr lang="en-US" dirty="0"/>
              <a:t>The end client may be connected to the same desktop every time OR to a randomized one from the pool.</a:t>
            </a:r>
          </a:p>
          <a:p>
            <a:r>
              <a:rPr lang="en-US" dirty="0"/>
              <a:t>In either case, no changes are saved upon restarting.</a:t>
            </a:r>
          </a:p>
          <a:p>
            <a:r>
              <a:rPr lang="en-US" dirty="0"/>
              <a:t>Since nothing is saved once the connection is terminated, IT does not have to maintain a large number of customized OS images, allowing for simplified data center management and reduced costs.</a:t>
            </a:r>
          </a:p>
        </p:txBody>
      </p:sp>
    </p:spTree>
    <p:extLst>
      <p:ext uri="{BB962C8B-B14F-4D97-AF65-F5344CB8AC3E}">
        <p14:creationId xmlns:p14="http://schemas.microsoft.com/office/powerpoint/2010/main" val="17501138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8769" y="530515"/>
            <a:ext cx="8382000" cy="590931"/>
          </a:xfrm>
        </p:spPr>
        <p:txBody>
          <a:bodyPr/>
          <a:lstStyle/>
          <a:p>
            <a:r>
              <a:rPr lang="en-US" dirty="0"/>
              <a:t>Scenarios for VDI</a:t>
            </a:r>
          </a:p>
        </p:txBody>
      </p:sp>
      <p:grpSp>
        <p:nvGrpSpPr>
          <p:cNvPr id="2" name="Group 42"/>
          <p:cNvGrpSpPr/>
          <p:nvPr/>
        </p:nvGrpSpPr>
        <p:grpSpPr>
          <a:xfrm>
            <a:off x="745731" y="1801283"/>
            <a:ext cx="7656334" cy="831448"/>
            <a:chOff x="745731" y="1188372"/>
            <a:chExt cx="7656334" cy="1108596"/>
          </a:xfrm>
        </p:grpSpPr>
        <p:grpSp>
          <p:nvGrpSpPr>
            <p:cNvPr id="3" name="Group 58"/>
            <p:cNvGrpSpPr/>
            <p:nvPr/>
          </p:nvGrpSpPr>
          <p:grpSpPr>
            <a:xfrm>
              <a:off x="745731" y="1188372"/>
              <a:ext cx="7656334" cy="1108596"/>
              <a:chOff x="890890" y="1714510"/>
              <a:chExt cx="6674680" cy="966459"/>
            </a:xfrm>
          </p:grpSpPr>
          <p:grpSp>
            <p:nvGrpSpPr>
              <p:cNvPr id="4" name="Group 47"/>
              <p:cNvGrpSpPr/>
              <p:nvPr/>
            </p:nvGrpSpPr>
            <p:grpSpPr>
              <a:xfrm>
                <a:off x="901127" y="1716829"/>
                <a:ext cx="6664443" cy="913895"/>
                <a:chOff x="901128" y="1716829"/>
                <a:chExt cx="5167640" cy="913895"/>
              </a:xfrm>
            </p:grpSpPr>
            <p:sp>
              <p:nvSpPr>
                <p:cNvPr id="49" name="Rectangle 48"/>
                <p:cNvSpPr/>
                <p:nvPr/>
              </p:nvSpPr>
              <p:spPr>
                <a:xfrm>
                  <a:off x="901128" y="1716829"/>
                  <a:ext cx="5167640" cy="913895"/>
                </a:xfrm>
                <a:prstGeom prst="rect">
                  <a:avLst/>
                </a:prstGeom>
                <a:gradFill flip="none" rotWithShape="1">
                  <a:gsLst>
                    <a:gs pos="0">
                      <a:srgbClr val="FFFFFF">
                        <a:lumMod val="85000"/>
                      </a:srgbClr>
                    </a:gs>
                    <a:gs pos="50000">
                      <a:srgbClr val="373737">
                        <a:lumMod val="20000"/>
                        <a:lumOff val="80000"/>
                      </a:srgbClr>
                    </a:gs>
                    <a:gs pos="100000">
                      <a:srgbClr val="FFFFFF">
                        <a:lumMod val="95000"/>
                      </a:srgbClr>
                    </a:gs>
                  </a:gsLst>
                  <a:lin ang="13500000" scaled="1"/>
                  <a:tileRect/>
                </a:gradFill>
                <a:ln w="12700" cap="flat" cmpd="sng" algn="ctr">
                  <a:solidFill>
                    <a:srgbClr val="FF6600"/>
                  </a:solidFill>
                  <a:prstDash val="solid"/>
                  <a:round/>
                  <a:headEnd type="none" w="med" len="med"/>
                  <a:tailEnd type="none" w="med" len="med"/>
                </a:ln>
                <a:effectLst/>
                <a:scene3d>
                  <a:camera prst="orthographicFront">
                    <a:rot lat="0" lon="0" rev="0"/>
                  </a:camera>
                  <a:lightRig rig="threePt" dir="t">
                    <a:rot lat="0" lon="0" rev="1200000"/>
                  </a:lightRig>
                </a:scene3d>
                <a:sp3d/>
              </p:spPr>
              <p:txBody>
                <a:bodyPr vert="horz" wrap="square" lIns="91436" tIns="45718" rIns="91436" bIns="45718" numCol="1" rtlCol="0" anchor="ctr" anchorCtr="0" compatLnSpc="1">
                  <a:prstTxWarp prst="textNoShape">
                    <a:avLst/>
                  </a:prstTxWarp>
                </a:bodyPr>
                <a:lstStyle/>
                <a:p>
                  <a:pPr algn="ctr" defTabSz="914076" fontAlgn="base">
                    <a:spcBef>
                      <a:spcPct val="0"/>
                    </a:spcBef>
                    <a:spcAft>
                      <a:spcPct val="0"/>
                    </a:spcAft>
                    <a:defRPr/>
                  </a:pPr>
                  <a:endParaRPr lang="en-US" sz="2400" kern="0" dirty="0">
                    <a:gradFill>
                      <a:gsLst>
                        <a:gs pos="0">
                          <a:srgbClr val="373737"/>
                        </a:gs>
                        <a:gs pos="50000">
                          <a:srgbClr val="373737"/>
                        </a:gs>
                      </a:gsLst>
                      <a:lin ang="5400000" scaled="0"/>
                    </a:gradFill>
                    <a:latin typeface="Segoe UI (Body)"/>
                  </a:endParaRPr>
                </a:p>
              </p:txBody>
            </p:sp>
            <p:sp>
              <p:nvSpPr>
                <p:cNvPr id="50" name="Rectangle 49"/>
                <p:cNvSpPr/>
                <p:nvPr/>
              </p:nvSpPr>
              <p:spPr bwMode="auto">
                <a:xfrm>
                  <a:off x="963820" y="1797313"/>
                  <a:ext cx="5054520" cy="752927"/>
                </a:xfrm>
                <a:prstGeom prst="rect">
                  <a:avLst/>
                </a:prstGeom>
                <a:solidFill>
                  <a:schemeClr val="bg1"/>
                </a:solidFill>
                <a:ln>
                  <a:noFill/>
                  <a:headEnd type="none" w="med" len="med"/>
                  <a:tailEnd type="none" w="med" len="med"/>
                </a:ln>
                <a:effectLst/>
                <a:scene3d>
                  <a:camera prst="orthographicFront">
                    <a:rot lat="0" lon="0" rev="0"/>
                  </a:camera>
                  <a:lightRig rig="threePt" dir="t">
                    <a:rot lat="0" lon="0" rev="1200000"/>
                  </a:lightRig>
                </a:scene3d>
                <a:sp3d/>
              </p:spPr>
              <p:txBody>
                <a:bodyPr vert="horz" wrap="square" lIns="91436" tIns="45718" rIns="91436" bIns="45718" numCol="1" rtlCol="0" anchor="ctr" anchorCtr="0" compatLnSpc="1">
                  <a:prstTxWarp prst="textNoShape">
                    <a:avLst/>
                  </a:prstTxWarp>
                </a:bodyPr>
                <a:lstStyle/>
                <a:p>
                  <a:pPr algn="ctr" defTabSz="914076" fontAlgn="base">
                    <a:spcBef>
                      <a:spcPct val="0"/>
                    </a:spcBef>
                    <a:spcAft>
                      <a:spcPct val="0"/>
                    </a:spcAft>
                    <a:defRPr/>
                  </a:pPr>
                  <a:endParaRPr lang="en-US" sz="2400" kern="0" dirty="0">
                    <a:gradFill>
                      <a:gsLst>
                        <a:gs pos="0">
                          <a:srgbClr val="373737"/>
                        </a:gs>
                        <a:gs pos="50000">
                          <a:srgbClr val="373737"/>
                        </a:gs>
                      </a:gsLst>
                      <a:lin ang="5400000" scaled="0"/>
                    </a:gradFill>
                    <a:latin typeface="Segoe UI (Body)"/>
                  </a:endParaRPr>
                </a:p>
              </p:txBody>
            </p:sp>
          </p:grpSp>
          <p:sp>
            <p:nvSpPr>
              <p:cNvPr id="32" name="TextBox 10"/>
              <p:cNvSpPr txBox="1"/>
              <p:nvPr/>
            </p:nvSpPr>
            <p:spPr>
              <a:xfrm>
                <a:off x="2343310" y="1765120"/>
                <a:ext cx="4771131" cy="915849"/>
              </a:xfrm>
              <a:prstGeom prst="rect">
                <a:avLst/>
              </a:prstGeom>
              <a:noFill/>
            </p:spPr>
            <p:txBody>
              <a:bodyPr wrap="square" rtlCol="0">
                <a:spAutoFit/>
              </a:bodyPr>
              <a:lstStyle/>
              <a:p>
                <a:pPr marL="457189" indent="-457189">
                  <a:lnSpc>
                    <a:spcPct val="90000"/>
                  </a:lnSpc>
                  <a:spcBef>
                    <a:spcPct val="20000"/>
                  </a:spcBef>
                  <a:buSzPct val="90000"/>
                  <a:defRPr/>
                </a:pPr>
                <a:r>
                  <a:rPr lang="en-US" altLang="zh-CN" sz="1600" spc="-30" dirty="0">
                    <a:gradFill>
                      <a:gsLst>
                        <a:gs pos="0">
                          <a:srgbClr val="505050"/>
                        </a:gs>
                        <a:gs pos="100000">
                          <a:srgbClr val="505050"/>
                        </a:gs>
                      </a:gsLst>
                      <a:lin ang="16200000" scaled="1"/>
                    </a:gradFill>
                    <a:latin typeface="Segoe UI (Body)"/>
                    <a:cs typeface="Segoe Semibold"/>
                  </a:rPr>
                  <a:t>Provide a Managed Desktop to Unmanaged Devices</a:t>
                </a:r>
              </a:p>
              <a:p>
                <a:pPr marL="457189" indent="-457189">
                  <a:lnSpc>
                    <a:spcPct val="90000"/>
                  </a:lnSpc>
                  <a:spcBef>
                    <a:spcPct val="20000"/>
                  </a:spcBef>
                  <a:buSzPct val="90000"/>
                  <a:defRPr/>
                </a:pPr>
                <a:r>
                  <a:rPr lang="en-US" altLang="zh-CN" sz="1400" dirty="0">
                    <a:gradFill>
                      <a:gsLst>
                        <a:gs pos="0">
                          <a:srgbClr val="505050"/>
                        </a:gs>
                        <a:gs pos="100000">
                          <a:srgbClr val="505050"/>
                        </a:gs>
                      </a:gsLst>
                      <a:lin ang="16200000" scaled="1"/>
                    </a:gradFill>
                    <a:latin typeface="Segoe UI (Body)"/>
                  </a:rPr>
                  <a:t>•  Contract workers</a:t>
                </a:r>
              </a:p>
              <a:p>
                <a:pPr marL="457189" indent="-457189">
                  <a:lnSpc>
                    <a:spcPct val="90000"/>
                  </a:lnSpc>
                  <a:spcBef>
                    <a:spcPct val="20000"/>
                  </a:spcBef>
                  <a:buSzPct val="90000"/>
                  <a:defRPr/>
                </a:pPr>
                <a:r>
                  <a:rPr lang="en-US" altLang="zh-CN" sz="1400" dirty="0">
                    <a:gradFill>
                      <a:gsLst>
                        <a:gs pos="0">
                          <a:srgbClr val="505050"/>
                        </a:gs>
                        <a:gs pos="100000">
                          <a:srgbClr val="505050"/>
                        </a:gs>
                      </a:gsLst>
                      <a:lin ang="16200000" scaled="1"/>
                    </a:gradFill>
                    <a:latin typeface="Segoe UI (Body)"/>
                  </a:rPr>
                  <a:t>•  Employee-owned PCs and secondary devices.</a:t>
                </a:r>
              </a:p>
            </p:txBody>
          </p:sp>
          <p:sp>
            <p:nvSpPr>
              <p:cNvPr id="54" name="Snip Single Corner Rectangle 53"/>
              <p:cNvSpPr/>
              <p:nvPr/>
            </p:nvSpPr>
            <p:spPr>
              <a:xfrm>
                <a:off x="890890" y="1714510"/>
                <a:ext cx="1422306" cy="925286"/>
              </a:xfrm>
              <a:prstGeom prst="snip1Rect">
                <a:avLst>
                  <a:gd name="adj" fmla="val 11592"/>
                </a:avLst>
              </a:prstGeom>
              <a:gradFill>
                <a:gsLst>
                  <a:gs pos="0">
                    <a:srgbClr val="651B07"/>
                  </a:gs>
                  <a:gs pos="50000">
                    <a:srgbClr val="AC2E0C"/>
                  </a:gs>
                  <a:gs pos="100000">
                    <a:srgbClr val="D3390F"/>
                  </a:gs>
                </a:gsLst>
                <a:lin ang="13500000" scaled="1"/>
              </a:gradFill>
              <a:ln>
                <a:noFill/>
                <a:headEnd type="none" w="med" len="med"/>
                <a:tailEnd type="none" w="med" len="med"/>
              </a:ln>
              <a:effectLst>
                <a:outerShdw blurRad="50800" dist="38100" dir="8100000" algn="tr" rotWithShape="0">
                  <a:prstClr val="black">
                    <a:alpha val="73000"/>
                  </a:prstClr>
                </a:outerShdw>
              </a:effectLst>
              <a:scene3d>
                <a:camera prst="orthographicFront">
                  <a:rot lat="0" lon="0" rev="0"/>
                </a:camera>
                <a:lightRig rig="threePt" dir="t">
                  <a:rot lat="0" lon="0" rev="1200000"/>
                </a:lightRig>
              </a:scene3d>
              <a:sp3d/>
            </p:spPr>
            <p:txBody>
              <a:bodyPr vert="horz" wrap="square" lIns="91436" tIns="45718" rIns="91436" bIns="45718" numCol="1" rtlCol="0" anchor="ctr" anchorCtr="0" compatLnSpc="1">
                <a:prstTxWarp prst="textNoShape">
                  <a:avLst/>
                </a:prstTxWarp>
              </a:bodyPr>
              <a:lstStyle/>
              <a:p>
                <a:pPr marL="0" lvl="1" indent="-342892" algn="ctr" defTabSz="914076" fontAlgn="base">
                  <a:lnSpc>
                    <a:spcPct val="90000"/>
                  </a:lnSpc>
                  <a:spcBef>
                    <a:spcPct val="0"/>
                  </a:spcBef>
                  <a:spcAft>
                    <a:spcPct val="0"/>
                  </a:spcAft>
                  <a:buClr>
                    <a:srgbClr val="FFFF99"/>
                  </a:buClr>
                  <a:buSzPct val="80000"/>
                  <a:tabLst>
                    <a:tab pos="424580" algn="l"/>
                  </a:tabLst>
                  <a:defRPr/>
                </a:pPr>
                <a:endParaRPr lang="en-US" altLang="zh-CN" kern="0" dirty="0">
                  <a:solidFill>
                    <a:srgbClr val="FF8C00"/>
                  </a:solidFill>
                  <a:latin typeface="Segoe UI (Body)"/>
                </a:endParaRPr>
              </a:p>
            </p:txBody>
          </p:sp>
        </p:grpSp>
        <p:grpSp>
          <p:nvGrpSpPr>
            <p:cNvPr id="6" name="Group 28"/>
            <p:cNvGrpSpPr/>
            <p:nvPr/>
          </p:nvGrpSpPr>
          <p:grpSpPr>
            <a:xfrm>
              <a:off x="1002480" y="1323983"/>
              <a:ext cx="1125704" cy="698499"/>
              <a:chOff x="698029" y="1879500"/>
              <a:chExt cx="900922" cy="559022"/>
            </a:xfrm>
          </p:grpSpPr>
          <p:pic>
            <p:nvPicPr>
              <p:cNvPr id="27" name="Picture 2" descr="\\server3\restrict\ftp_root\clients\white_whale\8-20224_ChanelChambers\Working\Icons-01-07-10\Scratch\Green_Arrow_rendered.png"/>
              <p:cNvPicPr>
                <a:picLocks noChangeAspect="1" noChangeArrowheads="1"/>
              </p:cNvPicPr>
              <p:nvPr/>
            </p:nvPicPr>
            <p:blipFill>
              <a:blip r:embed="rId3" cstate="print"/>
              <a:srcRect/>
              <a:stretch>
                <a:fillRect/>
              </a:stretch>
            </p:blipFill>
            <p:spPr bwMode="auto">
              <a:xfrm>
                <a:off x="698029" y="2161840"/>
                <a:ext cx="900922" cy="276682"/>
              </a:xfrm>
              <a:prstGeom prst="rect">
                <a:avLst/>
              </a:prstGeom>
              <a:noFill/>
            </p:spPr>
          </p:pic>
          <p:pic>
            <p:nvPicPr>
              <p:cNvPr id="28" name="Picture 3" descr="\\SERVER3\InternalBin\Resource DVD\DVD_ART36\Artwork_Imagery\Icons - Illustrations\_ REAL VISTA STYLE\clipboard checklist inventory.png"/>
              <p:cNvPicPr>
                <a:picLocks noChangeAspect="1" noChangeArrowheads="1"/>
              </p:cNvPicPr>
              <p:nvPr/>
            </p:nvPicPr>
            <p:blipFill>
              <a:blip r:embed="rId4" cstate="print"/>
              <a:srcRect/>
              <a:stretch>
                <a:fillRect/>
              </a:stretch>
            </p:blipFill>
            <p:spPr bwMode="auto">
              <a:xfrm>
                <a:off x="903945" y="1879500"/>
                <a:ext cx="495007" cy="495007"/>
              </a:xfrm>
              <a:prstGeom prst="rect">
                <a:avLst/>
              </a:prstGeom>
              <a:noFill/>
            </p:spPr>
          </p:pic>
        </p:grpSp>
      </p:grpSp>
      <p:grpSp>
        <p:nvGrpSpPr>
          <p:cNvPr id="7" name="Group 43"/>
          <p:cNvGrpSpPr/>
          <p:nvPr/>
        </p:nvGrpSpPr>
        <p:grpSpPr>
          <a:xfrm>
            <a:off x="745731" y="4427449"/>
            <a:ext cx="7656334" cy="802824"/>
            <a:chOff x="745731" y="4689928"/>
            <a:chExt cx="7656334" cy="1070432"/>
          </a:xfrm>
        </p:grpSpPr>
        <p:grpSp>
          <p:nvGrpSpPr>
            <p:cNvPr id="8" name="Group 63"/>
            <p:cNvGrpSpPr/>
            <p:nvPr/>
          </p:nvGrpSpPr>
          <p:grpSpPr>
            <a:xfrm>
              <a:off x="745731" y="4692580"/>
              <a:ext cx="7656334" cy="1067780"/>
              <a:chOff x="890890" y="4756917"/>
              <a:chExt cx="6674680" cy="930875"/>
            </a:xfrm>
          </p:grpSpPr>
          <p:grpSp>
            <p:nvGrpSpPr>
              <p:cNvPr id="9" name="Group 52"/>
              <p:cNvGrpSpPr/>
              <p:nvPr/>
            </p:nvGrpSpPr>
            <p:grpSpPr>
              <a:xfrm>
                <a:off x="901127" y="4756917"/>
                <a:ext cx="6664443" cy="913895"/>
                <a:chOff x="901128" y="4756917"/>
                <a:chExt cx="5167640" cy="913895"/>
              </a:xfrm>
            </p:grpSpPr>
            <p:sp>
              <p:nvSpPr>
                <p:cNvPr id="72" name="Rectangle 71"/>
                <p:cNvSpPr/>
                <p:nvPr/>
              </p:nvSpPr>
              <p:spPr>
                <a:xfrm>
                  <a:off x="901128" y="4756917"/>
                  <a:ext cx="5167640" cy="913895"/>
                </a:xfrm>
                <a:prstGeom prst="rect">
                  <a:avLst/>
                </a:prstGeom>
                <a:gradFill flip="none" rotWithShape="1">
                  <a:gsLst>
                    <a:gs pos="0">
                      <a:srgbClr val="FFFFFF">
                        <a:lumMod val="85000"/>
                      </a:srgbClr>
                    </a:gs>
                    <a:gs pos="50000">
                      <a:srgbClr val="373737">
                        <a:lumMod val="20000"/>
                        <a:lumOff val="80000"/>
                      </a:srgbClr>
                    </a:gs>
                    <a:gs pos="100000">
                      <a:srgbClr val="FFFFFF">
                        <a:lumMod val="95000"/>
                      </a:srgbClr>
                    </a:gs>
                  </a:gsLst>
                  <a:lin ang="13500000" scaled="1"/>
                  <a:tileRect/>
                </a:gradFill>
                <a:ln w="12700" cap="flat" cmpd="sng" algn="ctr">
                  <a:solidFill>
                    <a:schemeClr val="bg2">
                      <a:lumMod val="25000"/>
                    </a:schemeClr>
                  </a:solidFill>
                  <a:prstDash val="solid"/>
                  <a:round/>
                  <a:headEnd type="none" w="med" len="med"/>
                  <a:tailEnd type="none" w="med" len="med"/>
                </a:ln>
                <a:effectLst/>
                <a:scene3d>
                  <a:camera prst="orthographicFront">
                    <a:rot lat="0" lon="0" rev="0"/>
                  </a:camera>
                  <a:lightRig rig="threePt" dir="t">
                    <a:rot lat="0" lon="0" rev="1200000"/>
                  </a:lightRig>
                </a:scene3d>
                <a:sp3d/>
              </p:spPr>
              <p:txBody>
                <a:bodyPr vert="horz" wrap="square" lIns="91436" tIns="45718" rIns="91436" bIns="45718" numCol="1" rtlCol="0" anchor="ctr" anchorCtr="0" compatLnSpc="1">
                  <a:prstTxWarp prst="textNoShape">
                    <a:avLst/>
                  </a:prstTxWarp>
                </a:bodyPr>
                <a:lstStyle/>
                <a:p>
                  <a:pPr algn="ctr" defTabSz="914076" fontAlgn="base">
                    <a:spcBef>
                      <a:spcPct val="0"/>
                    </a:spcBef>
                    <a:spcAft>
                      <a:spcPct val="0"/>
                    </a:spcAft>
                    <a:defRPr/>
                  </a:pPr>
                  <a:endParaRPr lang="en-US" sz="2400" kern="0" dirty="0">
                    <a:gradFill>
                      <a:gsLst>
                        <a:gs pos="0">
                          <a:srgbClr val="373737"/>
                        </a:gs>
                        <a:gs pos="50000">
                          <a:srgbClr val="373737"/>
                        </a:gs>
                      </a:gsLst>
                      <a:lin ang="5400000" scaled="0"/>
                    </a:gradFill>
                    <a:latin typeface="Segoe UI (Body)"/>
                  </a:endParaRPr>
                </a:p>
              </p:txBody>
            </p:sp>
            <p:sp>
              <p:nvSpPr>
                <p:cNvPr id="73" name="Rectangle 72"/>
                <p:cNvSpPr/>
                <p:nvPr/>
              </p:nvSpPr>
              <p:spPr bwMode="auto">
                <a:xfrm>
                  <a:off x="963820" y="4837401"/>
                  <a:ext cx="5054520" cy="752927"/>
                </a:xfrm>
                <a:prstGeom prst="rect">
                  <a:avLst/>
                </a:prstGeom>
                <a:solidFill>
                  <a:schemeClr val="bg1"/>
                </a:solidFill>
                <a:ln>
                  <a:noFill/>
                  <a:headEnd type="none" w="med" len="med"/>
                  <a:tailEnd type="none" w="med" len="med"/>
                </a:ln>
                <a:effectLst/>
                <a:scene3d>
                  <a:camera prst="orthographicFront">
                    <a:rot lat="0" lon="0" rev="0"/>
                  </a:camera>
                  <a:lightRig rig="threePt" dir="t">
                    <a:rot lat="0" lon="0" rev="1200000"/>
                  </a:lightRig>
                </a:scene3d>
                <a:sp3d/>
              </p:spPr>
              <p:txBody>
                <a:bodyPr vert="horz" wrap="square" lIns="91436" tIns="45718" rIns="91436" bIns="45718" numCol="1" rtlCol="0" anchor="ctr" anchorCtr="0" compatLnSpc="1">
                  <a:prstTxWarp prst="textNoShape">
                    <a:avLst/>
                  </a:prstTxWarp>
                </a:bodyPr>
                <a:lstStyle/>
                <a:p>
                  <a:pPr algn="ctr" defTabSz="914076" fontAlgn="base">
                    <a:spcBef>
                      <a:spcPct val="0"/>
                    </a:spcBef>
                    <a:spcAft>
                      <a:spcPct val="0"/>
                    </a:spcAft>
                    <a:defRPr/>
                  </a:pPr>
                  <a:endParaRPr lang="en-US" sz="2400" kern="0" dirty="0">
                    <a:gradFill>
                      <a:gsLst>
                        <a:gs pos="0">
                          <a:srgbClr val="373737"/>
                        </a:gs>
                        <a:gs pos="50000">
                          <a:srgbClr val="373737"/>
                        </a:gs>
                      </a:gsLst>
                      <a:lin ang="5400000" scaled="0"/>
                    </a:gradFill>
                    <a:latin typeface="Segoe UI (Body)"/>
                  </a:endParaRPr>
                </a:p>
              </p:txBody>
            </p:sp>
          </p:grpSp>
          <p:sp>
            <p:nvSpPr>
              <p:cNvPr id="75" name="Snip Single Corner Rectangle 74"/>
              <p:cNvSpPr/>
              <p:nvPr/>
            </p:nvSpPr>
            <p:spPr>
              <a:xfrm>
                <a:off x="890890" y="4762506"/>
                <a:ext cx="1422306" cy="925286"/>
              </a:xfrm>
              <a:prstGeom prst="snip1Rect">
                <a:avLst>
                  <a:gd name="adj" fmla="val 11592"/>
                </a:avLst>
              </a:prstGeom>
              <a:gradFill>
                <a:gsLst>
                  <a:gs pos="0">
                    <a:schemeClr val="bg2">
                      <a:lumMod val="25000"/>
                    </a:schemeClr>
                  </a:gs>
                  <a:gs pos="61000">
                    <a:schemeClr val="bg2">
                      <a:lumMod val="50000"/>
                    </a:schemeClr>
                  </a:gs>
                  <a:gs pos="100000">
                    <a:schemeClr val="tx1">
                      <a:lumMod val="50000"/>
                      <a:lumOff val="50000"/>
                    </a:schemeClr>
                  </a:gs>
                </a:gsLst>
                <a:lin ang="13500000" scaled="1"/>
              </a:gradFill>
              <a:ln>
                <a:noFill/>
                <a:headEnd type="none" w="med" len="med"/>
                <a:tailEnd type="none" w="med" len="med"/>
              </a:ln>
              <a:effectLst>
                <a:outerShdw blurRad="50800" dist="38100" dir="8100000" algn="tr" rotWithShape="0">
                  <a:prstClr val="black">
                    <a:alpha val="73000"/>
                  </a:prstClr>
                </a:outerShdw>
              </a:effectLst>
              <a:scene3d>
                <a:camera prst="orthographicFront">
                  <a:rot lat="0" lon="0" rev="0"/>
                </a:camera>
                <a:lightRig rig="threePt" dir="t">
                  <a:rot lat="0" lon="0" rev="1200000"/>
                </a:lightRig>
              </a:scene3d>
              <a:sp3d/>
            </p:spPr>
            <p:txBody>
              <a:bodyPr vert="horz" wrap="square" lIns="91436" tIns="45718" rIns="91436" bIns="45718" numCol="1" rtlCol="0" anchor="ctr" anchorCtr="0" compatLnSpc="1">
                <a:prstTxWarp prst="textNoShape">
                  <a:avLst/>
                </a:prstTxWarp>
              </a:bodyPr>
              <a:lstStyle/>
              <a:p>
                <a:pPr marL="0" lvl="1" indent="-342892" algn="ctr" defTabSz="914076" fontAlgn="base">
                  <a:lnSpc>
                    <a:spcPct val="90000"/>
                  </a:lnSpc>
                  <a:spcBef>
                    <a:spcPct val="0"/>
                  </a:spcBef>
                  <a:spcAft>
                    <a:spcPct val="0"/>
                  </a:spcAft>
                  <a:buClr>
                    <a:srgbClr val="FFFF99"/>
                  </a:buClr>
                  <a:buSzPct val="80000"/>
                  <a:tabLst>
                    <a:tab pos="424580" algn="l"/>
                  </a:tabLst>
                  <a:defRPr/>
                </a:pPr>
                <a:endParaRPr lang="en-US" altLang="zh-CN" kern="0" dirty="0">
                  <a:solidFill>
                    <a:srgbClr val="FF8C00"/>
                  </a:solidFill>
                  <a:latin typeface="Segoe UI (Body)"/>
                </a:endParaRPr>
              </a:p>
            </p:txBody>
          </p:sp>
          <p:sp>
            <p:nvSpPr>
              <p:cNvPr id="47" name="TextBox 10"/>
              <p:cNvSpPr txBox="1"/>
              <p:nvPr/>
            </p:nvSpPr>
            <p:spPr>
              <a:xfrm>
                <a:off x="2406085" y="4765836"/>
                <a:ext cx="5093842" cy="865763"/>
              </a:xfrm>
              <a:prstGeom prst="rect">
                <a:avLst/>
              </a:prstGeom>
              <a:noFill/>
            </p:spPr>
            <p:txBody>
              <a:bodyPr wrap="square" rtlCol="0">
                <a:spAutoFit/>
              </a:bodyPr>
              <a:lstStyle/>
              <a:p>
                <a:pPr marL="457189" indent="-457189">
                  <a:lnSpc>
                    <a:spcPct val="90000"/>
                  </a:lnSpc>
                  <a:spcBef>
                    <a:spcPct val="20000"/>
                  </a:spcBef>
                  <a:buSzPct val="90000"/>
                  <a:defRPr/>
                </a:pPr>
                <a:r>
                  <a:rPr lang="en-US" altLang="zh-CN" sz="1600" spc="-30" dirty="0">
                    <a:gradFill>
                      <a:gsLst>
                        <a:gs pos="0">
                          <a:srgbClr val="505050"/>
                        </a:gs>
                        <a:gs pos="100000">
                          <a:srgbClr val="505050"/>
                        </a:gs>
                      </a:gsLst>
                      <a:lin ang="16200000" scaled="1"/>
                    </a:gradFill>
                    <a:latin typeface="Segoe UI (Body)"/>
                    <a:cs typeface="Segoe Semibold"/>
                  </a:rPr>
                  <a:t>Desktops that Demand High Levels of Security and Compliance</a:t>
                </a:r>
              </a:p>
              <a:p>
                <a:pPr marL="231770" indent="-231770">
                  <a:lnSpc>
                    <a:spcPct val="90000"/>
                  </a:lnSpc>
                  <a:spcBef>
                    <a:spcPct val="20000"/>
                  </a:spcBef>
                  <a:buSzPct val="90000"/>
                  <a:defRPr/>
                </a:pPr>
                <a:r>
                  <a:rPr lang="en-US" altLang="zh-CN" sz="1400" dirty="0">
                    <a:gradFill>
                      <a:gsLst>
                        <a:gs pos="0">
                          <a:srgbClr val="505050"/>
                        </a:gs>
                        <a:gs pos="100000">
                          <a:srgbClr val="505050"/>
                        </a:gs>
                      </a:gsLst>
                      <a:lin ang="16200000" scaled="1"/>
                    </a:gradFill>
                    <a:latin typeface="Segoe UI (Body)"/>
                  </a:rPr>
                  <a:t>•  Non-mobile desktops in specific industries (i.e. financial services / healthcare / government)</a:t>
                </a:r>
              </a:p>
            </p:txBody>
          </p:sp>
        </p:grpSp>
        <p:grpSp>
          <p:nvGrpSpPr>
            <p:cNvPr id="10" name="Group 29"/>
            <p:cNvGrpSpPr/>
            <p:nvPr/>
          </p:nvGrpSpPr>
          <p:grpSpPr>
            <a:xfrm>
              <a:off x="813096" y="4689928"/>
              <a:ext cx="1537604" cy="1023259"/>
              <a:chOff x="4854085" y="1361784"/>
              <a:chExt cx="1270840" cy="845730"/>
            </a:xfrm>
          </p:grpSpPr>
          <p:pic>
            <p:nvPicPr>
              <p:cNvPr id="31" name="Picture 30" descr="pc.png"/>
              <p:cNvPicPr>
                <a:picLocks noChangeAspect="1"/>
              </p:cNvPicPr>
              <p:nvPr/>
            </p:nvPicPr>
            <p:blipFill>
              <a:blip r:embed="rId5" cstate="print"/>
              <a:stretch>
                <a:fillRect/>
              </a:stretch>
            </p:blipFill>
            <p:spPr>
              <a:xfrm>
                <a:off x="5030342" y="1475473"/>
                <a:ext cx="905993" cy="658128"/>
              </a:xfrm>
              <a:prstGeom prst="rect">
                <a:avLst/>
              </a:prstGeom>
            </p:spPr>
          </p:pic>
          <p:pic>
            <p:nvPicPr>
              <p:cNvPr id="33" name="Picture 32" descr="chain.png"/>
              <p:cNvPicPr>
                <a:picLocks noChangeAspect="1"/>
              </p:cNvPicPr>
              <p:nvPr/>
            </p:nvPicPr>
            <p:blipFill>
              <a:blip r:embed="rId6" cstate="print"/>
              <a:stretch>
                <a:fillRect/>
              </a:stretch>
            </p:blipFill>
            <p:spPr>
              <a:xfrm rot="21114692">
                <a:off x="4854085" y="1361784"/>
                <a:ext cx="1270840" cy="845730"/>
              </a:xfrm>
              <a:prstGeom prst="rect">
                <a:avLst/>
              </a:prstGeom>
            </p:spPr>
          </p:pic>
        </p:grpSp>
      </p:grpSp>
      <p:grpSp>
        <p:nvGrpSpPr>
          <p:cNvPr id="11" name="Group 41"/>
          <p:cNvGrpSpPr/>
          <p:nvPr/>
        </p:nvGrpSpPr>
        <p:grpSpPr>
          <a:xfrm>
            <a:off x="745731" y="2677337"/>
            <a:ext cx="7656334" cy="819495"/>
            <a:chOff x="745731" y="2356441"/>
            <a:chExt cx="7656334" cy="1092658"/>
          </a:xfrm>
        </p:grpSpPr>
        <p:grpSp>
          <p:nvGrpSpPr>
            <p:cNvPr id="12" name="Group 61"/>
            <p:cNvGrpSpPr/>
            <p:nvPr/>
          </p:nvGrpSpPr>
          <p:grpSpPr>
            <a:xfrm>
              <a:off x="745731" y="2356441"/>
              <a:ext cx="7656334" cy="1092658"/>
              <a:chOff x="890890" y="2730509"/>
              <a:chExt cx="6674680" cy="952564"/>
            </a:xfrm>
          </p:grpSpPr>
          <p:grpSp>
            <p:nvGrpSpPr>
              <p:cNvPr id="13" name="Group 50"/>
              <p:cNvGrpSpPr/>
              <p:nvPr/>
            </p:nvGrpSpPr>
            <p:grpSpPr>
              <a:xfrm>
                <a:off x="901127" y="2732828"/>
                <a:ext cx="6664443" cy="913895"/>
                <a:chOff x="901128" y="2732828"/>
                <a:chExt cx="5167640" cy="913895"/>
              </a:xfrm>
            </p:grpSpPr>
            <p:sp>
              <p:nvSpPr>
                <p:cNvPr id="57" name="Rectangle 56"/>
                <p:cNvSpPr/>
                <p:nvPr/>
              </p:nvSpPr>
              <p:spPr>
                <a:xfrm>
                  <a:off x="901128" y="2732828"/>
                  <a:ext cx="5167640" cy="913895"/>
                </a:xfrm>
                <a:prstGeom prst="rect">
                  <a:avLst/>
                </a:prstGeom>
                <a:gradFill flip="none" rotWithShape="1">
                  <a:gsLst>
                    <a:gs pos="0">
                      <a:srgbClr val="FFFFFF">
                        <a:lumMod val="85000"/>
                      </a:srgbClr>
                    </a:gs>
                    <a:gs pos="50000">
                      <a:srgbClr val="373737">
                        <a:lumMod val="20000"/>
                        <a:lumOff val="80000"/>
                      </a:srgbClr>
                    </a:gs>
                    <a:gs pos="100000">
                      <a:srgbClr val="FFFFFF">
                        <a:lumMod val="95000"/>
                      </a:srgbClr>
                    </a:gs>
                  </a:gsLst>
                  <a:lin ang="13500000" scaled="1"/>
                  <a:tileRect/>
                </a:gradFill>
                <a:ln w="12700" cap="flat" cmpd="sng" algn="ctr">
                  <a:solidFill>
                    <a:schemeClr val="accent2">
                      <a:lumMod val="60000"/>
                      <a:lumOff val="40000"/>
                    </a:schemeClr>
                  </a:solidFill>
                  <a:prstDash val="solid"/>
                  <a:round/>
                  <a:headEnd type="none" w="med" len="med"/>
                  <a:tailEnd type="none" w="med" len="med"/>
                </a:ln>
                <a:effectLst/>
                <a:scene3d>
                  <a:camera prst="orthographicFront">
                    <a:rot lat="0" lon="0" rev="0"/>
                  </a:camera>
                  <a:lightRig rig="threePt" dir="t">
                    <a:rot lat="0" lon="0" rev="1200000"/>
                  </a:lightRig>
                </a:scene3d>
                <a:sp3d/>
              </p:spPr>
              <p:txBody>
                <a:bodyPr vert="horz" wrap="square" lIns="91436" tIns="45718" rIns="91436" bIns="45718" numCol="1" rtlCol="0" anchor="ctr" anchorCtr="0" compatLnSpc="1">
                  <a:prstTxWarp prst="textNoShape">
                    <a:avLst/>
                  </a:prstTxWarp>
                </a:bodyPr>
                <a:lstStyle/>
                <a:p>
                  <a:pPr algn="ctr" defTabSz="914076" fontAlgn="base">
                    <a:spcBef>
                      <a:spcPct val="0"/>
                    </a:spcBef>
                    <a:spcAft>
                      <a:spcPct val="0"/>
                    </a:spcAft>
                    <a:defRPr/>
                  </a:pPr>
                  <a:endParaRPr lang="en-US" sz="2400" kern="0" dirty="0">
                    <a:gradFill>
                      <a:gsLst>
                        <a:gs pos="0">
                          <a:srgbClr val="373737"/>
                        </a:gs>
                        <a:gs pos="50000">
                          <a:srgbClr val="373737"/>
                        </a:gs>
                      </a:gsLst>
                      <a:lin ang="5400000" scaled="0"/>
                    </a:gradFill>
                    <a:latin typeface="Segoe UI (Body)"/>
                  </a:endParaRPr>
                </a:p>
              </p:txBody>
            </p:sp>
            <p:sp>
              <p:nvSpPr>
                <p:cNvPr id="58" name="Rectangle 57"/>
                <p:cNvSpPr/>
                <p:nvPr/>
              </p:nvSpPr>
              <p:spPr bwMode="auto">
                <a:xfrm>
                  <a:off x="963820" y="2813312"/>
                  <a:ext cx="5054520" cy="752927"/>
                </a:xfrm>
                <a:prstGeom prst="rect">
                  <a:avLst/>
                </a:prstGeom>
                <a:solidFill>
                  <a:schemeClr val="bg1"/>
                </a:solidFill>
                <a:ln>
                  <a:noFill/>
                  <a:headEnd type="none" w="med" len="med"/>
                  <a:tailEnd type="none" w="med" len="med"/>
                </a:ln>
                <a:effectLst/>
                <a:scene3d>
                  <a:camera prst="orthographicFront">
                    <a:rot lat="0" lon="0" rev="0"/>
                  </a:camera>
                  <a:lightRig rig="threePt" dir="t">
                    <a:rot lat="0" lon="0" rev="1200000"/>
                  </a:lightRig>
                </a:scene3d>
                <a:sp3d/>
              </p:spPr>
              <p:txBody>
                <a:bodyPr vert="horz" wrap="square" lIns="91436" tIns="45718" rIns="91436" bIns="45718" numCol="1" rtlCol="0" anchor="ctr" anchorCtr="0" compatLnSpc="1">
                  <a:prstTxWarp prst="textNoShape">
                    <a:avLst/>
                  </a:prstTxWarp>
                </a:bodyPr>
                <a:lstStyle/>
                <a:p>
                  <a:pPr algn="ctr" defTabSz="914076" fontAlgn="base">
                    <a:spcBef>
                      <a:spcPct val="0"/>
                    </a:spcBef>
                    <a:spcAft>
                      <a:spcPct val="0"/>
                    </a:spcAft>
                    <a:defRPr/>
                  </a:pPr>
                  <a:endParaRPr lang="en-US" sz="2400" kern="0" dirty="0">
                    <a:gradFill>
                      <a:gsLst>
                        <a:gs pos="0">
                          <a:srgbClr val="373737"/>
                        </a:gs>
                        <a:gs pos="50000">
                          <a:srgbClr val="373737"/>
                        </a:gs>
                      </a:gsLst>
                      <a:lin ang="5400000" scaled="0"/>
                    </a:gradFill>
                    <a:latin typeface="Segoe UI (Body)"/>
                  </a:endParaRPr>
                </a:p>
              </p:txBody>
            </p:sp>
          </p:grpSp>
          <p:sp>
            <p:nvSpPr>
              <p:cNvPr id="61" name="Snip Single Corner Rectangle 60"/>
              <p:cNvSpPr/>
              <p:nvPr/>
            </p:nvSpPr>
            <p:spPr>
              <a:xfrm>
                <a:off x="890890" y="2730509"/>
                <a:ext cx="1422306" cy="925286"/>
              </a:xfrm>
              <a:prstGeom prst="snip1Rect">
                <a:avLst>
                  <a:gd name="adj" fmla="val 11592"/>
                </a:avLst>
              </a:prstGeom>
              <a:gradFill>
                <a:gsLst>
                  <a:gs pos="0">
                    <a:schemeClr val="accent2">
                      <a:lumMod val="50000"/>
                    </a:schemeClr>
                  </a:gs>
                  <a:gs pos="61000">
                    <a:srgbClr val="2471B4"/>
                  </a:gs>
                  <a:gs pos="100000">
                    <a:schemeClr val="accent2">
                      <a:lumMod val="60000"/>
                      <a:lumOff val="40000"/>
                    </a:schemeClr>
                  </a:gs>
                </a:gsLst>
                <a:lin ang="13500000" scaled="1"/>
              </a:gradFill>
              <a:ln>
                <a:noFill/>
                <a:headEnd type="none" w="med" len="med"/>
                <a:tailEnd type="none" w="med" len="med"/>
              </a:ln>
              <a:effectLst>
                <a:outerShdw blurRad="50800" dist="38100" dir="8100000" algn="tr" rotWithShape="0">
                  <a:prstClr val="black">
                    <a:alpha val="73000"/>
                  </a:prstClr>
                </a:outerShdw>
              </a:effectLst>
              <a:scene3d>
                <a:camera prst="orthographicFront">
                  <a:rot lat="0" lon="0" rev="0"/>
                </a:camera>
                <a:lightRig rig="threePt" dir="t">
                  <a:rot lat="0" lon="0" rev="1200000"/>
                </a:lightRig>
              </a:scene3d>
              <a:sp3d/>
            </p:spPr>
            <p:txBody>
              <a:bodyPr vert="horz" wrap="square" lIns="91436" tIns="45718" rIns="91436" bIns="45718" numCol="1" rtlCol="0" anchor="ctr" anchorCtr="0" compatLnSpc="1">
                <a:prstTxWarp prst="textNoShape">
                  <a:avLst/>
                </a:prstTxWarp>
              </a:bodyPr>
              <a:lstStyle/>
              <a:p>
                <a:pPr marL="0" lvl="1" indent="-342892" algn="ctr" defTabSz="914076" fontAlgn="base">
                  <a:lnSpc>
                    <a:spcPct val="90000"/>
                  </a:lnSpc>
                  <a:spcBef>
                    <a:spcPct val="0"/>
                  </a:spcBef>
                  <a:spcAft>
                    <a:spcPct val="0"/>
                  </a:spcAft>
                  <a:buClr>
                    <a:srgbClr val="FFFF99"/>
                  </a:buClr>
                  <a:buSzPct val="80000"/>
                  <a:tabLst>
                    <a:tab pos="424580" algn="l"/>
                  </a:tabLst>
                  <a:defRPr/>
                </a:pPr>
                <a:endParaRPr lang="en-US" altLang="zh-CN" kern="0" dirty="0">
                  <a:solidFill>
                    <a:srgbClr val="FF8C00"/>
                  </a:solidFill>
                  <a:latin typeface="Segoe UI (Body)"/>
                </a:endParaRPr>
              </a:p>
            </p:txBody>
          </p:sp>
          <p:sp>
            <p:nvSpPr>
              <p:cNvPr id="45" name="TextBox 10"/>
              <p:cNvSpPr txBox="1"/>
              <p:nvPr/>
            </p:nvSpPr>
            <p:spPr>
              <a:xfrm>
                <a:off x="2468861" y="2767224"/>
                <a:ext cx="4846537" cy="915849"/>
              </a:xfrm>
              <a:prstGeom prst="rect">
                <a:avLst/>
              </a:prstGeom>
              <a:noFill/>
            </p:spPr>
            <p:txBody>
              <a:bodyPr wrap="square" rtlCol="0">
                <a:spAutoFit/>
              </a:bodyPr>
              <a:lstStyle/>
              <a:p>
                <a:pPr marL="457189" indent="-457189">
                  <a:lnSpc>
                    <a:spcPct val="90000"/>
                  </a:lnSpc>
                  <a:spcBef>
                    <a:spcPct val="20000"/>
                  </a:spcBef>
                  <a:buSzPct val="90000"/>
                  <a:defRPr/>
                </a:pPr>
                <a:r>
                  <a:rPr lang="en-US" altLang="zh-CN" sz="1600" spc="-30" dirty="0">
                    <a:gradFill>
                      <a:gsLst>
                        <a:gs pos="0">
                          <a:srgbClr val="505050"/>
                        </a:gs>
                        <a:gs pos="100000">
                          <a:srgbClr val="505050"/>
                        </a:gs>
                      </a:gsLst>
                      <a:lin ang="16200000" scaled="1"/>
                    </a:gradFill>
                    <a:latin typeface="Segoe UI (Body)"/>
                    <a:cs typeface="Segoe Semibold"/>
                  </a:rPr>
                  <a:t>Centralizing Desktop Management for Remote Locations</a:t>
                </a:r>
              </a:p>
              <a:p>
                <a:pPr marL="457189" indent="-457189">
                  <a:lnSpc>
                    <a:spcPct val="90000"/>
                  </a:lnSpc>
                  <a:spcBef>
                    <a:spcPct val="20000"/>
                  </a:spcBef>
                  <a:buSzPct val="90000"/>
                  <a:defRPr/>
                </a:pPr>
                <a:r>
                  <a:rPr lang="en-US" altLang="zh-CN" sz="1400" dirty="0">
                    <a:gradFill>
                      <a:gsLst>
                        <a:gs pos="0">
                          <a:srgbClr val="505050"/>
                        </a:gs>
                        <a:gs pos="100000">
                          <a:srgbClr val="505050"/>
                        </a:gs>
                      </a:gsLst>
                      <a:lin ang="16200000" scaled="1"/>
                    </a:gradFill>
                    <a:latin typeface="Segoe UI (Body)"/>
                  </a:rPr>
                  <a:t>•  Branch offices</a:t>
                </a:r>
              </a:p>
              <a:p>
                <a:pPr marL="457189" indent="-457189">
                  <a:lnSpc>
                    <a:spcPct val="90000"/>
                  </a:lnSpc>
                  <a:spcBef>
                    <a:spcPct val="20000"/>
                  </a:spcBef>
                  <a:buSzPct val="90000"/>
                  <a:defRPr/>
                </a:pPr>
                <a:r>
                  <a:rPr lang="en-US" altLang="zh-CN" sz="1400" dirty="0">
                    <a:gradFill>
                      <a:gsLst>
                        <a:gs pos="0">
                          <a:srgbClr val="505050"/>
                        </a:gs>
                        <a:gs pos="100000">
                          <a:srgbClr val="505050"/>
                        </a:gs>
                      </a:gsLst>
                      <a:lin ang="16200000" scaled="1"/>
                    </a:gradFill>
                    <a:latin typeface="Segoe UI (Body)"/>
                  </a:rPr>
                  <a:t>•  Offshore locations</a:t>
                </a:r>
              </a:p>
            </p:txBody>
          </p:sp>
        </p:grpSp>
        <p:grpSp>
          <p:nvGrpSpPr>
            <p:cNvPr id="14" name="Group 38"/>
            <p:cNvGrpSpPr/>
            <p:nvPr/>
          </p:nvGrpSpPr>
          <p:grpSpPr>
            <a:xfrm>
              <a:off x="870858" y="2494638"/>
              <a:ext cx="1390016" cy="737389"/>
              <a:chOff x="843645" y="2449283"/>
              <a:chExt cx="1487715" cy="789218"/>
            </a:xfrm>
          </p:grpSpPr>
          <p:pic>
            <p:nvPicPr>
              <p:cNvPr id="36" name="Picture 35" descr="pc.png"/>
              <p:cNvPicPr>
                <a:picLocks noChangeAspect="1"/>
              </p:cNvPicPr>
              <p:nvPr/>
            </p:nvPicPr>
            <p:blipFill>
              <a:blip r:embed="rId7" cstate="print"/>
              <a:stretch>
                <a:fillRect/>
              </a:stretch>
            </p:blipFill>
            <p:spPr>
              <a:xfrm>
                <a:off x="843645" y="2567216"/>
                <a:ext cx="924106" cy="671285"/>
              </a:xfrm>
              <a:prstGeom prst="rect">
                <a:avLst/>
              </a:prstGeom>
            </p:spPr>
          </p:pic>
          <p:pic>
            <p:nvPicPr>
              <p:cNvPr id="37" name="Picture 36" descr="building office with shadow.png"/>
              <p:cNvPicPr>
                <a:picLocks noChangeAspect="1"/>
              </p:cNvPicPr>
              <p:nvPr/>
            </p:nvPicPr>
            <p:blipFill>
              <a:blip r:embed="rId8" cstate="print"/>
              <a:stretch>
                <a:fillRect/>
              </a:stretch>
            </p:blipFill>
            <p:spPr>
              <a:xfrm>
                <a:off x="1682755" y="2449283"/>
                <a:ext cx="492697" cy="505277"/>
              </a:xfrm>
              <a:prstGeom prst="rect">
                <a:avLst/>
              </a:prstGeom>
            </p:spPr>
          </p:pic>
          <p:pic>
            <p:nvPicPr>
              <p:cNvPr id="38" name="Picture 7" descr="C:\Users\davidg\Pictures\DVD_ART34\Artwork_Imagery\Icons - Illustrations\_WINDOWS SERVER ICONS\Misc\House home.png"/>
              <p:cNvPicPr>
                <a:picLocks noChangeAspect="1" noChangeArrowheads="1"/>
              </p:cNvPicPr>
              <p:nvPr/>
            </p:nvPicPr>
            <p:blipFill>
              <a:blip r:embed="rId9" cstate="print"/>
              <a:srcRect/>
              <a:stretch>
                <a:fillRect/>
              </a:stretch>
            </p:blipFill>
            <p:spPr bwMode="auto">
              <a:xfrm>
                <a:off x="1867441" y="2760487"/>
                <a:ext cx="463919" cy="402320"/>
              </a:xfrm>
              <a:prstGeom prst="rect">
                <a:avLst/>
              </a:prstGeom>
              <a:noFill/>
            </p:spPr>
          </p:pic>
        </p:grpSp>
      </p:grpSp>
      <p:grpSp>
        <p:nvGrpSpPr>
          <p:cNvPr id="15" name="Group 40"/>
          <p:cNvGrpSpPr/>
          <p:nvPr/>
        </p:nvGrpSpPr>
        <p:grpSpPr>
          <a:xfrm>
            <a:off x="745731" y="3553386"/>
            <a:ext cx="7656334" cy="807537"/>
            <a:chOff x="745731" y="3524516"/>
            <a:chExt cx="7656334" cy="1076717"/>
          </a:xfrm>
        </p:grpSpPr>
        <p:grpSp>
          <p:nvGrpSpPr>
            <p:cNvPr id="16" name="Group 62"/>
            <p:cNvGrpSpPr/>
            <p:nvPr/>
          </p:nvGrpSpPr>
          <p:grpSpPr>
            <a:xfrm>
              <a:off x="745731" y="3524516"/>
              <a:ext cx="7656334" cy="1076717"/>
              <a:chOff x="890890" y="3746508"/>
              <a:chExt cx="6674680" cy="938665"/>
            </a:xfrm>
          </p:grpSpPr>
          <p:grpSp>
            <p:nvGrpSpPr>
              <p:cNvPr id="17" name="Group 51"/>
              <p:cNvGrpSpPr/>
              <p:nvPr/>
            </p:nvGrpSpPr>
            <p:grpSpPr>
              <a:xfrm>
                <a:off x="901127" y="3748827"/>
                <a:ext cx="6664443" cy="913895"/>
                <a:chOff x="901128" y="3748827"/>
                <a:chExt cx="5167640" cy="913895"/>
              </a:xfrm>
            </p:grpSpPr>
            <p:sp>
              <p:nvSpPr>
                <p:cNvPr id="67" name="Rectangle 66"/>
                <p:cNvSpPr/>
                <p:nvPr/>
              </p:nvSpPr>
              <p:spPr>
                <a:xfrm>
                  <a:off x="901128" y="3748827"/>
                  <a:ext cx="5167640" cy="913895"/>
                </a:xfrm>
                <a:prstGeom prst="rect">
                  <a:avLst/>
                </a:prstGeom>
                <a:gradFill flip="none" rotWithShape="1">
                  <a:gsLst>
                    <a:gs pos="0">
                      <a:srgbClr val="FFFFFF">
                        <a:lumMod val="85000"/>
                      </a:srgbClr>
                    </a:gs>
                    <a:gs pos="50000">
                      <a:srgbClr val="373737">
                        <a:lumMod val="20000"/>
                        <a:lumOff val="80000"/>
                      </a:srgbClr>
                    </a:gs>
                    <a:gs pos="100000">
                      <a:srgbClr val="FFFFFF">
                        <a:lumMod val="95000"/>
                      </a:srgbClr>
                    </a:gs>
                  </a:gsLst>
                  <a:lin ang="13500000" scaled="1"/>
                  <a:tileRect/>
                </a:gradFill>
                <a:ln w="12700" cap="flat" cmpd="sng" algn="ctr">
                  <a:solidFill>
                    <a:srgbClr val="425A23"/>
                  </a:solidFill>
                  <a:prstDash val="solid"/>
                  <a:round/>
                  <a:headEnd type="none" w="med" len="med"/>
                  <a:tailEnd type="none" w="med" len="med"/>
                </a:ln>
                <a:effectLst/>
                <a:scene3d>
                  <a:camera prst="orthographicFront">
                    <a:rot lat="0" lon="0" rev="0"/>
                  </a:camera>
                  <a:lightRig rig="threePt" dir="t">
                    <a:rot lat="0" lon="0" rev="1200000"/>
                  </a:lightRig>
                </a:scene3d>
                <a:sp3d/>
              </p:spPr>
              <p:txBody>
                <a:bodyPr vert="horz" wrap="square" lIns="91436" tIns="45718" rIns="91436" bIns="45718" numCol="1" rtlCol="0" anchor="ctr" anchorCtr="0" compatLnSpc="1">
                  <a:prstTxWarp prst="textNoShape">
                    <a:avLst/>
                  </a:prstTxWarp>
                </a:bodyPr>
                <a:lstStyle/>
                <a:p>
                  <a:pPr algn="ctr" defTabSz="914076" fontAlgn="base">
                    <a:spcBef>
                      <a:spcPct val="0"/>
                    </a:spcBef>
                    <a:spcAft>
                      <a:spcPct val="0"/>
                    </a:spcAft>
                    <a:defRPr/>
                  </a:pPr>
                  <a:endParaRPr lang="en-US" sz="2400" kern="0" dirty="0">
                    <a:gradFill>
                      <a:gsLst>
                        <a:gs pos="0">
                          <a:srgbClr val="373737"/>
                        </a:gs>
                        <a:gs pos="50000">
                          <a:srgbClr val="373737"/>
                        </a:gs>
                      </a:gsLst>
                      <a:lin ang="5400000" scaled="0"/>
                    </a:gradFill>
                    <a:latin typeface="Segoe UI (Body)"/>
                  </a:endParaRPr>
                </a:p>
              </p:txBody>
            </p:sp>
            <p:sp>
              <p:nvSpPr>
                <p:cNvPr id="68" name="Rectangle 67"/>
                <p:cNvSpPr/>
                <p:nvPr/>
              </p:nvSpPr>
              <p:spPr bwMode="auto">
                <a:xfrm>
                  <a:off x="963820" y="3829311"/>
                  <a:ext cx="5054520" cy="752927"/>
                </a:xfrm>
                <a:prstGeom prst="rect">
                  <a:avLst/>
                </a:prstGeom>
                <a:solidFill>
                  <a:schemeClr val="bg1"/>
                </a:solidFill>
                <a:ln>
                  <a:noFill/>
                  <a:headEnd type="none" w="med" len="med"/>
                  <a:tailEnd type="none" w="med" len="med"/>
                </a:ln>
                <a:effectLst/>
                <a:scene3d>
                  <a:camera prst="orthographicFront">
                    <a:rot lat="0" lon="0" rev="0"/>
                  </a:camera>
                  <a:lightRig rig="threePt" dir="t">
                    <a:rot lat="0" lon="0" rev="1200000"/>
                  </a:lightRig>
                </a:scene3d>
                <a:sp3d/>
              </p:spPr>
              <p:txBody>
                <a:bodyPr vert="horz" wrap="square" lIns="91436" tIns="45718" rIns="91436" bIns="45718" numCol="1" rtlCol="0" anchor="ctr" anchorCtr="0" compatLnSpc="1">
                  <a:prstTxWarp prst="textNoShape">
                    <a:avLst/>
                  </a:prstTxWarp>
                </a:bodyPr>
                <a:lstStyle/>
                <a:p>
                  <a:pPr algn="ctr" defTabSz="914076" fontAlgn="base">
                    <a:spcBef>
                      <a:spcPct val="0"/>
                    </a:spcBef>
                    <a:spcAft>
                      <a:spcPct val="0"/>
                    </a:spcAft>
                    <a:defRPr/>
                  </a:pPr>
                  <a:endParaRPr lang="en-US" sz="2400" kern="0" dirty="0">
                    <a:gradFill>
                      <a:gsLst>
                        <a:gs pos="0">
                          <a:srgbClr val="373737"/>
                        </a:gs>
                        <a:gs pos="50000">
                          <a:srgbClr val="373737"/>
                        </a:gs>
                      </a:gsLst>
                      <a:lin ang="5400000" scaled="0"/>
                    </a:gradFill>
                    <a:latin typeface="Segoe UI (Body)"/>
                  </a:endParaRPr>
                </a:p>
              </p:txBody>
            </p:sp>
          </p:grpSp>
          <p:sp>
            <p:nvSpPr>
              <p:cNvPr id="70" name="Snip Single Corner Rectangle 69"/>
              <p:cNvSpPr/>
              <p:nvPr/>
            </p:nvSpPr>
            <p:spPr>
              <a:xfrm>
                <a:off x="890890" y="3746508"/>
                <a:ext cx="1422306" cy="925286"/>
              </a:xfrm>
              <a:prstGeom prst="snip1Rect">
                <a:avLst>
                  <a:gd name="adj" fmla="val 11592"/>
                </a:avLst>
              </a:prstGeom>
              <a:gradFill>
                <a:gsLst>
                  <a:gs pos="0">
                    <a:schemeClr val="accent4">
                      <a:lumMod val="50000"/>
                    </a:schemeClr>
                  </a:gs>
                  <a:gs pos="61000">
                    <a:schemeClr val="accent4">
                      <a:lumMod val="75000"/>
                    </a:schemeClr>
                  </a:gs>
                  <a:gs pos="100000">
                    <a:schemeClr val="accent4">
                      <a:lumMod val="60000"/>
                      <a:lumOff val="40000"/>
                    </a:schemeClr>
                  </a:gs>
                </a:gsLst>
                <a:lin ang="13500000" scaled="1"/>
              </a:gradFill>
              <a:ln>
                <a:noFill/>
                <a:headEnd type="none" w="med" len="med"/>
                <a:tailEnd type="none" w="med" len="med"/>
              </a:ln>
              <a:effectLst>
                <a:outerShdw blurRad="50800" dist="38100" dir="8100000" algn="tr" rotWithShape="0">
                  <a:prstClr val="black">
                    <a:alpha val="73000"/>
                  </a:prstClr>
                </a:outerShdw>
              </a:effectLst>
              <a:scene3d>
                <a:camera prst="orthographicFront">
                  <a:rot lat="0" lon="0" rev="0"/>
                </a:camera>
                <a:lightRig rig="threePt" dir="t">
                  <a:rot lat="0" lon="0" rev="1200000"/>
                </a:lightRig>
              </a:scene3d>
              <a:sp3d/>
            </p:spPr>
            <p:txBody>
              <a:bodyPr vert="horz" wrap="square" lIns="91436" tIns="45718" rIns="91436" bIns="45718" numCol="1" rtlCol="0" anchor="ctr" anchorCtr="0" compatLnSpc="1">
                <a:prstTxWarp prst="textNoShape">
                  <a:avLst/>
                </a:prstTxWarp>
              </a:bodyPr>
              <a:lstStyle/>
              <a:p>
                <a:pPr marL="0" lvl="1" indent="-342892" algn="ctr" defTabSz="914076" fontAlgn="base">
                  <a:lnSpc>
                    <a:spcPct val="90000"/>
                  </a:lnSpc>
                  <a:spcBef>
                    <a:spcPct val="0"/>
                  </a:spcBef>
                  <a:spcAft>
                    <a:spcPct val="0"/>
                  </a:spcAft>
                  <a:buClr>
                    <a:srgbClr val="FFFF99"/>
                  </a:buClr>
                  <a:buSzPct val="80000"/>
                  <a:tabLst>
                    <a:tab pos="424580" algn="l"/>
                  </a:tabLst>
                  <a:defRPr/>
                </a:pPr>
                <a:endParaRPr lang="en-US" altLang="zh-CN" kern="0" dirty="0">
                  <a:solidFill>
                    <a:srgbClr val="FF8C00"/>
                  </a:solidFill>
                  <a:latin typeface="Segoe UI (Body)"/>
                </a:endParaRPr>
              </a:p>
            </p:txBody>
          </p:sp>
          <p:sp>
            <p:nvSpPr>
              <p:cNvPr id="46" name="TextBox 10"/>
              <p:cNvSpPr txBox="1"/>
              <p:nvPr/>
            </p:nvSpPr>
            <p:spPr>
              <a:xfrm>
                <a:off x="2468861" y="3769324"/>
                <a:ext cx="5028808" cy="915849"/>
              </a:xfrm>
              <a:prstGeom prst="rect">
                <a:avLst/>
              </a:prstGeom>
              <a:noFill/>
            </p:spPr>
            <p:txBody>
              <a:bodyPr wrap="square" rtlCol="0">
                <a:spAutoFit/>
              </a:bodyPr>
              <a:lstStyle/>
              <a:p>
                <a:pPr marL="457189" indent="-457189">
                  <a:lnSpc>
                    <a:spcPct val="90000"/>
                  </a:lnSpc>
                  <a:spcBef>
                    <a:spcPct val="20000"/>
                  </a:spcBef>
                  <a:buSzPct val="90000"/>
                  <a:defRPr/>
                </a:pPr>
                <a:r>
                  <a:rPr lang="en-US" altLang="zh-CN" sz="1600" spc="-30" dirty="0">
                    <a:gradFill>
                      <a:gsLst>
                        <a:gs pos="0">
                          <a:srgbClr val="505050"/>
                        </a:gs>
                        <a:gs pos="100000">
                          <a:srgbClr val="505050"/>
                        </a:gs>
                      </a:gsLst>
                      <a:lin ang="16200000" scaled="1"/>
                    </a:gradFill>
                    <a:latin typeface="Segoe UI (Body)"/>
                    <a:cs typeface="Segoe Semibold"/>
                  </a:rPr>
                  <a:t>Task Worker Scenarios</a:t>
                </a:r>
              </a:p>
              <a:p>
                <a:pPr marL="457189" indent="-457189">
                  <a:lnSpc>
                    <a:spcPct val="90000"/>
                  </a:lnSpc>
                  <a:spcBef>
                    <a:spcPct val="20000"/>
                  </a:spcBef>
                  <a:buSzPct val="90000"/>
                  <a:defRPr/>
                </a:pPr>
                <a:r>
                  <a:rPr lang="en-US" altLang="zh-CN" sz="1400" dirty="0">
                    <a:gradFill>
                      <a:gsLst>
                        <a:gs pos="0">
                          <a:srgbClr val="505050"/>
                        </a:gs>
                        <a:gs pos="100000">
                          <a:srgbClr val="505050"/>
                        </a:gs>
                      </a:gsLst>
                      <a:lin ang="16200000" scaled="1"/>
                    </a:gradFill>
                    <a:latin typeface="Segoe UI (Body)"/>
                  </a:rPr>
                  <a:t>•  Call center workers</a:t>
                </a:r>
              </a:p>
              <a:p>
                <a:pPr marL="231770" indent="-231770">
                  <a:lnSpc>
                    <a:spcPct val="90000"/>
                  </a:lnSpc>
                  <a:spcBef>
                    <a:spcPct val="20000"/>
                  </a:spcBef>
                  <a:buSzPct val="90000"/>
                  <a:defRPr/>
                </a:pPr>
                <a:r>
                  <a:rPr lang="en-US" altLang="zh-CN" sz="1400" dirty="0">
                    <a:gradFill>
                      <a:gsLst>
                        <a:gs pos="0">
                          <a:srgbClr val="505050"/>
                        </a:gs>
                        <a:gs pos="100000">
                          <a:srgbClr val="505050"/>
                        </a:gs>
                      </a:gsLst>
                      <a:lin ang="16200000" scaled="1"/>
                    </a:gradFill>
                    <a:latin typeface="Segoe UI (Body)"/>
                  </a:rPr>
                  <a:t>•  Shared terminals, such as factory kiosk / nursing stations</a:t>
                </a:r>
              </a:p>
            </p:txBody>
          </p:sp>
        </p:grpSp>
        <p:pic>
          <p:nvPicPr>
            <p:cNvPr id="40" name="Picture 39" descr="Callcenter.png"/>
            <p:cNvPicPr>
              <a:picLocks noChangeAspect="1"/>
            </p:cNvPicPr>
            <p:nvPr/>
          </p:nvPicPr>
          <p:blipFill>
            <a:blip r:embed="rId10" cstate="print"/>
            <a:stretch>
              <a:fillRect/>
            </a:stretch>
          </p:blipFill>
          <p:spPr>
            <a:xfrm>
              <a:off x="1169707" y="3621262"/>
              <a:ext cx="743858" cy="827941"/>
            </a:xfrm>
            <a:prstGeom prst="rect">
              <a:avLst/>
            </a:prstGeom>
          </p:spPr>
        </p:pic>
      </p:grpSp>
    </p:spTree>
    <p:extLst>
      <p:ext uri="{BB962C8B-B14F-4D97-AF65-F5344CB8AC3E}">
        <p14:creationId xmlns:p14="http://schemas.microsoft.com/office/powerpoint/2010/main" val="10362462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RDS </a:t>
            </a:r>
          </a:p>
        </p:txBody>
      </p:sp>
      <p:sp>
        <p:nvSpPr>
          <p:cNvPr id="3" name="Content Placeholder 2"/>
          <p:cNvSpPr>
            <a:spLocks noGrp="1"/>
          </p:cNvSpPr>
          <p:nvPr>
            <p:ph idx="1"/>
          </p:nvPr>
        </p:nvSpPr>
        <p:spPr/>
        <p:txBody>
          <a:bodyPr/>
          <a:lstStyle/>
          <a:p>
            <a:r>
              <a:rPr lang="en-US" dirty="0"/>
              <a:t>RDS is often used where a limited number of applications need be virtualized, rather than a full Windows, Mac, or Linux desktop. In this model applications are streamed to the local device which runs its own OS. Because only applications are virtualized RDS systems can offer a higher density of users per VM.</a:t>
            </a:r>
          </a:p>
        </p:txBody>
      </p:sp>
    </p:spTree>
    <p:extLst>
      <p:ext uri="{BB962C8B-B14F-4D97-AF65-F5344CB8AC3E}">
        <p14:creationId xmlns:p14="http://schemas.microsoft.com/office/powerpoint/2010/main" val="32140318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RDS</a:t>
            </a:r>
          </a:p>
        </p:txBody>
      </p:sp>
      <p:sp>
        <p:nvSpPr>
          <p:cNvPr id="3" name="Content Placeholder 2"/>
          <p:cNvSpPr>
            <a:spLocks noGrp="1"/>
          </p:cNvSpPr>
          <p:nvPr>
            <p:ph idx="1"/>
          </p:nvPr>
        </p:nvSpPr>
        <p:spPr>
          <a:xfrm>
            <a:off x="250722" y="1828800"/>
            <a:ext cx="8726129" cy="4855265"/>
          </a:xfrm>
        </p:spPr>
        <p:txBody>
          <a:bodyPr/>
          <a:lstStyle/>
          <a:p>
            <a:r>
              <a:rPr lang="en-US" dirty="0"/>
              <a:t>RDS was originally called Terminal Services, which was a feature from Windows' legacy operating system, Windows NT. Citrix wrote and licensed the code for Terminal Services. RDS is limited to Windows Server, which means that users can only access Windows desktops. However, VDI is not limited to a single operating system or application architecture.</a:t>
            </a:r>
          </a:p>
        </p:txBody>
      </p:sp>
    </p:spTree>
    <p:extLst>
      <p:ext uri="{BB962C8B-B14F-4D97-AF65-F5344CB8AC3E}">
        <p14:creationId xmlns:p14="http://schemas.microsoft.com/office/powerpoint/2010/main" val="10497380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Benefits of RDS</a:t>
            </a:r>
            <a:br>
              <a:rPr lang="en-US" dirty="0"/>
            </a:br>
            <a:endParaRPr lang="en-US" dirty="0"/>
          </a:p>
        </p:txBody>
      </p:sp>
      <p:sp>
        <p:nvSpPr>
          <p:cNvPr id="3" name="Content Placeholder 2"/>
          <p:cNvSpPr>
            <a:spLocks noGrp="1"/>
          </p:cNvSpPr>
          <p:nvPr>
            <p:ph idx="1"/>
          </p:nvPr>
        </p:nvSpPr>
        <p:spPr/>
        <p:txBody>
          <a:bodyPr/>
          <a:lstStyle/>
          <a:p>
            <a:r>
              <a:rPr lang="en-US" dirty="0"/>
              <a:t>Single point of maintenance.</a:t>
            </a:r>
          </a:p>
          <a:p>
            <a:r>
              <a:rPr lang="en-US" dirty="0"/>
              <a:t>Only one installation for many uses.</a:t>
            </a:r>
          </a:p>
          <a:p>
            <a:r>
              <a:rPr lang="en-US" dirty="0"/>
              <a:t>Reduced licensing expenditure.</a:t>
            </a:r>
          </a:p>
          <a:p>
            <a:r>
              <a:rPr lang="en-US" dirty="0"/>
              <a:t>Solid Security.</a:t>
            </a:r>
          </a:p>
          <a:p>
            <a:r>
              <a:rPr lang="en-US" dirty="0"/>
              <a:t>Lower Costs.</a:t>
            </a:r>
          </a:p>
        </p:txBody>
      </p:sp>
    </p:spTree>
    <p:extLst>
      <p:ext uri="{BB962C8B-B14F-4D97-AF65-F5344CB8AC3E}">
        <p14:creationId xmlns:p14="http://schemas.microsoft.com/office/powerpoint/2010/main" val="30070414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DaaS</a:t>
            </a:r>
            <a:r>
              <a:rPr lang="en-US" dirty="0"/>
              <a:t> </a:t>
            </a:r>
          </a:p>
        </p:txBody>
      </p:sp>
      <p:sp>
        <p:nvSpPr>
          <p:cNvPr id="3" name="Content Placeholder 2"/>
          <p:cNvSpPr>
            <a:spLocks noGrp="1"/>
          </p:cNvSpPr>
          <p:nvPr>
            <p:ph idx="1"/>
          </p:nvPr>
        </p:nvSpPr>
        <p:spPr/>
        <p:txBody>
          <a:bodyPr/>
          <a:lstStyle/>
          <a:p>
            <a:r>
              <a:rPr lang="en-US" dirty="0" err="1"/>
              <a:t>DaaS</a:t>
            </a:r>
            <a:r>
              <a:rPr lang="en-US" dirty="0"/>
              <a:t> shifts the burden of providing desktop virtualization to service providers, which greatly alleviates the IT burden in providing virtual desktops. Organizations that wish to move IT expenses from capital expense to operational expenses will appreciate the predictable monthly costs that </a:t>
            </a:r>
            <a:r>
              <a:rPr lang="en-US" dirty="0" err="1"/>
              <a:t>DaaS</a:t>
            </a:r>
            <a:r>
              <a:rPr lang="en-US" dirty="0"/>
              <a:t> providers base their business model on.</a:t>
            </a:r>
          </a:p>
        </p:txBody>
      </p:sp>
    </p:spTree>
    <p:extLst>
      <p:ext uri="{BB962C8B-B14F-4D97-AF65-F5344CB8AC3E}">
        <p14:creationId xmlns:p14="http://schemas.microsoft.com/office/powerpoint/2010/main" val="11500842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DaaS</a:t>
            </a:r>
            <a:r>
              <a:rPr lang="en-US" dirty="0"/>
              <a:t> providers</a:t>
            </a:r>
          </a:p>
        </p:txBody>
      </p:sp>
      <p:pic>
        <p:nvPicPr>
          <p:cNvPr id="4" name="Content Placeholder 3"/>
          <p:cNvPicPr>
            <a:picLocks noGrp="1" noChangeAspect="1"/>
          </p:cNvPicPr>
          <p:nvPr>
            <p:ph idx="1"/>
          </p:nvPr>
        </p:nvPicPr>
        <p:blipFill>
          <a:blip r:embed="rId2"/>
          <a:stretch>
            <a:fillRect/>
          </a:stretch>
        </p:blipFill>
        <p:spPr>
          <a:xfrm>
            <a:off x="0" y="1828800"/>
            <a:ext cx="9143254" cy="4827638"/>
          </a:xfrm>
          <a:prstGeom prst="rect">
            <a:avLst/>
          </a:prstGeom>
        </p:spPr>
      </p:pic>
    </p:spTree>
    <p:extLst>
      <p:ext uri="{BB962C8B-B14F-4D97-AF65-F5344CB8AC3E}">
        <p14:creationId xmlns:p14="http://schemas.microsoft.com/office/powerpoint/2010/main" val="23368912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virtualization</a:t>
            </a:r>
          </a:p>
        </p:txBody>
      </p:sp>
      <p:pic>
        <p:nvPicPr>
          <p:cNvPr id="1026" name="Picture 2" descr="Application Virtualization"/>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7845" y="2161683"/>
            <a:ext cx="8518955" cy="3649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30506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virtualization</a:t>
            </a:r>
          </a:p>
        </p:txBody>
      </p:sp>
      <p:sp>
        <p:nvSpPr>
          <p:cNvPr id="3" name="Content Placeholder 2"/>
          <p:cNvSpPr>
            <a:spLocks noGrp="1"/>
          </p:cNvSpPr>
          <p:nvPr>
            <p:ph idx="1"/>
          </p:nvPr>
        </p:nvSpPr>
        <p:spPr>
          <a:xfrm>
            <a:off x="231058" y="1637071"/>
            <a:ext cx="8686800" cy="5057273"/>
          </a:xfrm>
        </p:spPr>
        <p:txBody>
          <a:bodyPr/>
          <a:lstStyle/>
          <a:p>
            <a:r>
              <a:rPr lang="en-US" sz="2800" dirty="0"/>
              <a:t>Allows the running of legacy apps (e.g., those developed for end-of-life OS platforms like Windows 7 and XP).</a:t>
            </a:r>
          </a:p>
          <a:p>
            <a:r>
              <a:rPr lang="en-US" sz="2800" dirty="0"/>
              <a:t>Enables cross-platform operations (e.g., running Windows apps on iOS, Android, </a:t>
            </a:r>
            <a:r>
              <a:rPr lang="en-US" sz="2800" dirty="0" err="1"/>
              <a:t>macOS</a:t>
            </a:r>
            <a:r>
              <a:rPr lang="en-US" sz="2800" dirty="0"/>
              <a:t>, and Chrome OS).</a:t>
            </a:r>
          </a:p>
          <a:p>
            <a:r>
              <a:rPr lang="en-US" sz="2800" dirty="0"/>
              <a:t>Prevents conflicts with other virtualized apps (e.g., conflicting anti-malware software).</a:t>
            </a:r>
          </a:p>
          <a:p>
            <a:r>
              <a:rPr lang="en-US" sz="2800" dirty="0"/>
              <a:t>Permits users to run multiple app instances—if not virtualized, many apps can detect the running of an instance and won't allow new ones.</a:t>
            </a:r>
          </a:p>
        </p:txBody>
      </p:sp>
    </p:spTree>
    <p:extLst>
      <p:ext uri="{BB962C8B-B14F-4D97-AF65-F5344CB8AC3E}">
        <p14:creationId xmlns:p14="http://schemas.microsoft.com/office/powerpoint/2010/main" val="28912099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Продукти</a:t>
            </a:r>
            <a:endParaRPr lang="en-US" dirty="0"/>
          </a:p>
        </p:txBody>
      </p:sp>
      <p:sp>
        <p:nvSpPr>
          <p:cNvPr id="3" name="Content Placeholder 2"/>
          <p:cNvSpPr>
            <a:spLocks noGrp="1"/>
          </p:cNvSpPr>
          <p:nvPr>
            <p:ph idx="1"/>
          </p:nvPr>
        </p:nvSpPr>
        <p:spPr>
          <a:xfrm>
            <a:off x="457200" y="1981200"/>
            <a:ext cx="8382000" cy="3886200"/>
          </a:xfrm>
        </p:spPr>
        <p:txBody>
          <a:bodyPr/>
          <a:lstStyle/>
          <a:p>
            <a:r>
              <a:rPr lang="en-US" dirty="0"/>
              <a:t>Citrix Virtual Apps and Desktops</a:t>
            </a:r>
          </a:p>
          <a:p>
            <a:r>
              <a:rPr lang="en-US" dirty="0"/>
              <a:t>Citrix XenApp</a:t>
            </a:r>
            <a:endParaRPr lang="bg-BG" dirty="0"/>
          </a:p>
          <a:p>
            <a:r>
              <a:rPr lang="en-US" dirty="0"/>
              <a:t>VMware Horizon</a:t>
            </a:r>
          </a:p>
          <a:p>
            <a:r>
              <a:rPr lang="en-US" dirty="0"/>
              <a:t>Microsoft </a:t>
            </a:r>
            <a:r>
              <a:rPr lang="en-US" dirty="0" err="1"/>
              <a:t>HyperV</a:t>
            </a:r>
            <a:endParaRPr lang="en-US" dirty="0"/>
          </a:p>
          <a:p>
            <a:r>
              <a:rPr lang="en-US" dirty="0"/>
              <a:t>Windows Virtual Desktop (Azure)</a:t>
            </a:r>
          </a:p>
          <a:p>
            <a:r>
              <a:rPr lang="en-US" dirty="0"/>
              <a:t>Application Virtualization (App-V) for Windows</a:t>
            </a:r>
          </a:p>
        </p:txBody>
      </p:sp>
    </p:spTree>
    <p:extLst>
      <p:ext uri="{BB962C8B-B14F-4D97-AF65-F5344CB8AC3E}">
        <p14:creationId xmlns:p14="http://schemas.microsoft.com/office/powerpoint/2010/main" val="6529131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5642" y="385011"/>
            <a:ext cx="8229600" cy="1017639"/>
          </a:xfrm>
        </p:spPr>
        <p:txBody>
          <a:bodyPr/>
          <a:lstStyle/>
          <a:p>
            <a:r>
              <a:rPr lang="en-US" dirty="0"/>
              <a:t>Real-life example</a:t>
            </a:r>
          </a:p>
        </p:txBody>
      </p:sp>
      <p:pic>
        <p:nvPicPr>
          <p:cNvPr id="2052"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8813" y="1400944"/>
            <a:ext cx="6563032" cy="531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80303468"/>
      </p:ext>
    </p:extLst>
  </p:cSld>
  <p:clrMapOvr>
    <a:masterClrMapping/>
  </p:clrMapOvr>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Документ" ma:contentTypeID="0x01010040F8797759DCDB4A85695AB6EB890123" ma:contentTypeVersion="4" ma:contentTypeDescription="Създаване на нов документ" ma:contentTypeScope="" ma:versionID="e790d76c258d98a98514f828f38c281f">
  <xsd:schema xmlns:xsd="http://www.w3.org/2001/XMLSchema" xmlns:xs="http://www.w3.org/2001/XMLSchema" xmlns:p="http://schemas.microsoft.com/office/2006/metadata/properties" xmlns:ns2="e7115566-afb6-4371-9ba9-8de1039519ea" targetNamespace="http://schemas.microsoft.com/office/2006/metadata/properties" ma:root="true" ma:fieldsID="43f991bbc6996b371da7d6826b24266f" ns2:_="">
    <xsd:import namespace="e7115566-afb6-4371-9ba9-8de1039519e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7115566-afb6-4371-9ba9-8de1039519e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съдържание"/>
        <xsd:element ref="dc:title" minOccurs="0" maxOccurs="1" ma:index="4" ma:displayName="Заглав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CBB119A-41A2-4FBB-9507-19845FCB34DA}">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A96D932C-E041-4697-BEF7-BCB834F08EA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7115566-afb6-4371-9ba9-8de1039519e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5F994A0-E9E5-4E91-AF77-03A0E77463F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7458</TotalTime>
  <Words>1039</Words>
  <Application>Microsoft Office PowerPoint</Application>
  <PresentationFormat>Презентация на цял екран (4:3)</PresentationFormat>
  <Paragraphs>70</Paragraphs>
  <Slides>21</Slides>
  <Notes>1</Notes>
  <HiddenSlides>0</HiddenSlides>
  <MMClips>0</MMClips>
  <ScaleCrop>false</ScaleCrop>
  <HeadingPairs>
    <vt:vector size="4" baseType="variant">
      <vt:variant>
        <vt:lpstr>Тема</vt:lpstr>
      </vt:variant>
      <vt:variant>
        <vt:i4>1</vt:i4>
      </vt:variant>
      <vt:variant>
        <vt:lpstr>Заглавия на слайдовете</vt:lpstr>
      </vt:variant>
      <vt:variant>
        <vt:i4>21</vt:i4>
      </vt:variant>
    </vt:vector>
  </HeadingPairs>
  <TitlesOfParts>
    <vt:vector size="22" baseType="lpstr">
      <vt:lpstr>Pixel</vt:lpstr>
      <vt:lpstr>Десктоп и приложна виртуализация</vt:lpstr>
      <vt:lpstr>Desktop виртуализация</vt:lpstr>
      <vt:lpstr>Предимства</vt:lpstr>
      <vt:lpstr>Resource Utilization</vt:lpstr>
      <vt:lpstr>Remote Workforce Enablement</vt:lpstr>
      <vt:lpstr>Security</vt:lpstr>
      <vt:lpstr>Типове десктоп виртуализация</vt:lpstr>
      <vt:lpstr>VDI</vt:lpstr>
      <vt:lpstr>VDI</vt:lpstr>
      <vt:lpstr>Persistent VDI</vt:lpstr>
      <vt:lpstr>Non-persistent VDI</vt:lpstr>
      <vt:lpstr>Scenarios for VDI</vt:lpstr>
      <vt:lpstr>RDS </vt:lpstr>
      <vt:lpstr>RDS</vt:lpstr>
      <vt:lpstr>Benefits of RDS </vt:lpstr>
      <vt:lpstr>DaaS </vt:lpstr>
      <vt:lpstr>DaaS providers</vt:lpstr>
      <vt:lpstr>Application virtualization</vt:lpstr>
      <vt:lpstr>Application virtualization</vt:lpstr>
      <vt:lpstr>Продукти</vt:lpstr>
      <vt:lpstr>Real-life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Мрежова виртуализация</dc:title>
  <dc:creator>Delian Genkov</dc:creator>
  <cp:lastModifiedBy>Delian Genkov</cp:lastModifiedBy>
  <cp:revision>45</cp:revision>
  <dcterms:created xsi:type="dcterms:W3CDTF">2022-02-14T15:35:12Z</dcterms:created>
  <dcterms:modified xsi:type="dcterms:W3CDTF">2024-05-28T14:42:38Z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0x01010040F8797759DCDB4A85695AB6EB890123</vt:lpwstr>
  </property>
</Properties>
</file>